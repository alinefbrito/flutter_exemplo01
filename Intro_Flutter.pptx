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webextensions/webextension2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  <p:sldMasterId id="2147483648" r:id="rId2"/>
  </p:sldMasterIdLst>
  <p:sldIdLst>
    <p:sldId id="256" r:id="rId3"/>
    <p:sldId id="279" r:id="rId4"/>
    <p:sldId id="280" r:id="rId5"/>
    <p:sldId id="288" r:id="rId6"/>
    <p:sldId id="282" r:id="rId7"/>
    <p:sldId id="283" r:id="rId8"/>
    <p:sldId id="284" r:id="rId9"/>
    <p:sldId id="285" r:id="rId10"/>
    <p:sldId id="286" r:id="rId11"/>
    <p:sldId id="257" r:id="rId12"/>
    <p:sldId id="259" r:id="rId13"/>
    <p:sldId id="260" r:id="rId14"/>
    <p:sldId id="261" r:id="rId15"/>
    <p:sldId id="262" r:id="rId16"/>
    <p:sldId id="263" r:id="rId17"/>
    <p:sldId id="268" r:id="rId18"/>
    <p:sldId id="269" r:id="rId19"/>
    <p:sldId id="270" r:id="rId20"/>
    <p:sldId id="271" r:id="rId21"/>
    <p:sldId id="272" r:id="rId22"/>
    <p:sldId id="278" r:id="rId23"/>
    <p:sldId id="273" r:id="rId24"/>
    <p:sldId id="274" r:id="rId25"/>
    <p:sldId id="275" r:id="rId26"/>
    <p:sldId id="277" r:id="rId27"/>
    <p:sldId id="276" r:id="rId28"/>
    <p:sldId id="264" r:id="rId29"/>
    <p:sldId id="265" r:id="rId30"/>
    <p:sldId id="267" r:id="rId31"/>
    <p:sldId id="287" r:id="rId32"/>
    <p:sldId id="281" r:id="rId3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Seção Padrão" id="{BA093DF4-2E02-44B5-BB72-F8EA1E0EF220}">
          <p14:sldIdLst>
            <p14:sldId id="256"/>
          </p14:sldIdLst>
        </p14:section>
        <p14:section name="Seção do Resumo" id="{8D549CF9-5B3C-4DDE-ACD5-1CCF33357DA2}">
          <p14:sldIdLst>
            <p14:sldId id="279"/>
          </p14:sldIdLst>
        </p14:section>
        <p14:section name="Definições" id="{BA965C38-1A24-4723-A7E3-6D49DC00DBC6}">
          <p14:sldIdLst>
            <p14:sldId id="280"/>
            <p14:sldId id="288"/>
            <p14:sldId id="282"/>
            <p14:sldId id="283"/>
            <p14:sldId id="284"/>
            <p14:sldId id="285"/>
            <p14:sldId id="286"/>
          </p14:sldIdLst>
        </p14:section>
        <p14:section name="Instalação" id="{6D2B71B5-A991-4787-AB49-95798A5BC188}">
          <p14:sldIdLst>
            <p14:sldId id="257"/>
            <p14:sldId id="259"/>
            <p14:sldId id="260"/>
            <p14:sldId id="261"/>
            <p14:sldId id="262"/>
            <p14:sldId id="263"/>
          </p14:sldIdLst>
        </p14:section>
        <p14:section name="Resolver os alertas" id="{4DFE6948-F409-4A6B-AC10-747AA033FD7D}">
          <p14:sldIdLst>
            <p14:sldId id="268"/>
            <p14:sldId id="269"/>
            <p14:sldId id="270"/>
            <p14:sldId id="271"/>
            <p14:sldId id="272"/>
          </p14:sldIdLst>
        </p14:section>
        <p14:section name="Configurar Variáveis de Ambiente" id="{26D79040-EB22-47DC-80A1-3634F1003DB3}">
          <p14:sldIdLst>
            <p14:sldId id="278"/>
            <p14:sldId id="273"/>
            <p14:sldId id="274"/>
            <p14:sldId id="275"/>
            <p14:sldId id="277"/>
            <p14:sldId id="276"/>
          </p14:sldIdLst>
        </p14:section>
        <p14:section name="Iniciar Projeto" id="{24B87578-B896-491B-913A-2B4570F329C3}">
          <p14:sldIdLst>
            <p14:sldId id="264"/>
            <p14:sldId id="265"/>
            <p14:sldId id="267"/>
            <p14:sldId id="287"/>
            <p14:sldId id="28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12A9776-DBEB-425D-8030-36A19A1B6C1F}" v="12" dt="2024-01-08T16:44:43.099"/>
    <p1510:client id="{BFB2FC6F-C848-AE7E-BCEC-7887AF37F6AA}" v="344" dt="2024-01-05T18:36:24.1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138" y="2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microsoft.com/office/2015/10/relationships/revisionInfo" Target="revisionInfo.xml"/><Relationship Id="rId21" Type="http://schemas.openxmlformats.org/officeDocument/2006/relationships/slide" Target="slides/slide19.xml"/><Relationship Id="rId34" Type="http://schemas.openxmlformats.org/officeDocument/2006/relationships/presProps" Target="pres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theme" Target="theme/theme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viewProps" Target="viewProps.xml"/><Relationship Id="rId8" Type="http://schemas.openxmlformats.org/officeDocument/2006/relationships/slide" Target="slides/slide6.xml"/><Relationship Id="rId3" Type="http://schemas.openxmlformats.org/officeDocument/2006/relationships/slide" Target="slides/slid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INE FIRMINO BRITO" userId="S::aline.brito3@etec.sp.gov.br::45ce2542-c00e-407f-b180-58c8eda11f20" providerId="AD" clId="Web-{512A9776-DBEB-425D-8030-36A19A1B6C1F}"/>
    <pc:docChg chg="addSld modSld sldOrd modSection">
      <pc:chgData name="ALINE FIRMINO BRITO" userId="S::aline.brito3@etec.sp.gov.br::45ce2542-c00e-407f-b180-58c8eda11f20" providerId="AD" clId="Web-{512A9776-DBEB-425D-8030-36A19A1B6C1F}" dt="2024-01-08T16:44:43.099" v="10" actId="20577"/>
      <pc:docMkLst>
        <pc:docMk/>
      </pc:docMkLst>
      <pc:sldChg chg="modSp ord">
        <pc:chgData name="ALINE FIRMINO BRITO" userId="S::aline.brito3@etec.sp.gov.br::45ce2542-c00e-407f-b180-58c8eda11f20" providerId="AD" clId="Web-{512A9776-DBEB-425D-8030-36A19A1B6C1F}" dt="2024-01-08T16:44:43.099" v="10" actId="20577"/>
        <pc:sldMkLst>
          <pc:docMk/>
          <pc:sldMk cId="944140351" sldId="282"/>
        </pc:sldMkLst>
        <pc:spChg chg="mod">
          <ac:chgData name="ALINE FIRMINO BRITO" userId="S::aline.brito3@etec.sp.gov.br::45ce2542-c00e-407f-b180-58c8eda11f20" providerId="AD" clId="Web-{512A9776-DBEB-425D-8030-36A19A1B6C1F}" dt="2024-01-08T16:44:43.099" v="10" actId="20577"/>
          <ac:spMkLst>
            <pc:docMk/>
            <pc:sldMk cId="944140351" sldId="282"/>
            <ac:spMk id="3" creationId="{9D8C0A03-6C7F-8679-40F3-15DC47C98CFE}"/>
          </ac:spMkLst>
        </pc:spChg>
      </pc:sldChg>
      <pc:sldChg chg="addSp delSp modSp new mod setBg">
        <pc:chgData name="ALINE FIRMINO BRITO" userId="S::aline.brito3@etec.sp.gov.br::45ce2542-c00e-407f-b180-58c8eda11f20" providerId="AD" clId="Web-{512A9776-DBEB-425D-8030-36A19A1B6C1F}" dt="2024-01-08T16:44:19.379" v="7"/>
        <pc:sldMkLst>
          <pc:docMk/>
          <pc:sldMk cId="4243991403" sldId="288"/>
        </pc:sldMkLst>
        <pc:spChg chg="del">
          <ac:chgData name="ALINE FIRMINO BRITO" userId="S::aline.brito3@etec.sp.gov.br::45ce2542-c00e-407f-b180-58c8eda11f20" providerId="AD" clId="Web-{512A9776-DBEB-425D-8030-36A19A1B6C1F}" dt="2024-01-08T16:41:20.170" v="2"/>
          <ac:spMkLst>
            <pc:docMk/>
            <pc:sldMk cId="4243991403" sldId="288"/>
            <ac:spMk id="2" creationId="{33875B09-A5F5-104B-FBF7-CF1CFB527746}"/>
          </ac:spMkLst>
        </pc:spChg>
        <pc:spChg chg="del">
          <ac:chgData name="ALINE FIRMINO BRITO" userId="S::aline.brito3@etec.sp.gov.br::45ce2542-c00e-407f-b180-58c8eda11f20" providerId="AD" clId="Web-{512A9776-DBEB-425D-8030-36A19A1B6C1F}" dt="2024-01-08T16:41:10.372" v="1"/>
          <ac:spMkLst>
            <pc:docMk/>
            <pc:sldMk cId="4243991403" sldId="288"/>
            <ac:spMk id="3" creationId="{07DD6DE0-689E-228C-41CA-27224B42BDA5}"/>
          </ac:spMkLst>
        </pc:spChg>
        <pc:spChg chg="add del mod">
          <ac:chgData name="ALINE FIRMINO BRITO" userId="S::aline.brito3@etec.sp.gov.br::45ce2542-c00e-407f-b180-58c8eda11f20" providerId="AD" clId="Web-{512A9776-DBEB-425D-8030-36A19A1B6C1F}" dt="2024-01-08T16:44:15.551" v="6"/>
          <ac:spMkLst>
            <pc:docMk/>
            <pc:sldMk cId="4243991403" sldId="288"/>
            <ac:spMk id="6" creationId="{2BB06CE4-4C40-8124-134E-9CC8671EEA6C}"/>
          </ac:spMkLst>
        </pc:spChg>
        <pc:spChg chg="add">
          <ac:chgData name="ALINE FIRMINO BRITO" userId="S::aline.brito3@etec.sp.gov.br::45ce2542-c00e-407f-b180-58c8eda11f20" providerId="AD" clId="Web-{512A9776-DBEB-425D-8030-36A19A1B6C1F}" dt="2024-01-08T16:44:19.379" v="7"/>
          <ac:spMkLst>
            <pc:docMk/>
            <pc:sldMk cId="4243991403" sldId="288"/>
            <ac:spMk id="13" creationId="{42A4FC2C-047E-45A5-965D-8E1E3BF09BC6}"/>
          </ac:spMkLst>
        </pc:spChg>
        <pc:picChg chg="add del mod ord">
          <ac:chgData name="ALINE FIRMINO BRITO" userId="S::aline.brito3@etec.sp.gov.br::45ce2542-c00e-407f-b180-58c8eda11f20" providerId="AD" clId="Web-{512A9776-DBEB-425D-8030-36A19A1B6C1F}" dt="2024-01-08T16:42:44.969" v="3"/>
          <ac:picMkLst>
            <pc:docMk/>
            <pc:sldMk cId="4243991403" sldId="288"/>
            <ac:picMk id="4" creationId="{EA97214A-70F1-C326-3A40-747897395903}"/>
          </ac:picMkLst>
        </pc:picChg>
        <pc:picChg chg="add del mod ord">
          <ac:chgData name="ALINE FIRMINO BRITO" userId="S::aline.brito3@etec.sp.gov.br::45ce2542-c00e-407f-b180-58c8eda11f20" providerId="AD" clId="Web-{512A9776-DBEB-425D-8030-36A19A1B6C1F}" dt="2024-01-08T16:42:53.407" v="5"/>
          <ac:picMkLst>
            <pc:docMk/>
            <pc:sldMk cId="4243991403" sldId="288"/>
            <ac:picMk id="7" creationId="{254D7215-8583-56DD-DEC7-E7644F63B086}"/>
          </ac:picMkLst>
        </pc:picChg>
        <pc:picChg chg="add mod ord">
          <ac:chgData name="ALINE FIRMINO BRITO" userId="S::aline.brito3@etec.sp.gov.br::45ce2542-c00e-407f-b180-58c8eda11f20" providerId="AD" clId="Web-{512A9776-DBEB-425D-8030-36A19A1B6C1F}" dt="2024-01-08T16:44:19.379" v="7"/>
          <ac:picMkLst>
            <pc:docMk/>
            <pc:sldMk cId="4243991403" sldId="288"/>
            <ac:picMk id="8" creationId="{655AC49B-011C-C7C0-0F0B-AFB6C8D8EA1B}"/>
          </ac:picMkLst>
        </pc:picChg>
      </pc:sldChg>
    </pc:docChg>
  </pc:docChgLst>
  <pc:docChgLst>
    <pc:chgData name="ALINE FIRMINO BRITO" userId="45ce2542-c00e-407f-b180-58c8eda11f20" providerId="ADAL" clId="{0B058AC3-CD6D-41D5-854C-8ADAF13FBB10}"/>
    <pc:docChg chg="undo custSel addSld delSld modSld addSection modSection">
      <pc:chgData name="ALINE FIRMINO BRITO" userId="45ce2542-c00e-407f-b180-58c8eda11f20" providerId="ADAL" clId="{0B058AC3-CD6D-41D5-854C-8ADAF13FBB10}" dt="2024-01-05T01:31:51.878" v="174" actId="20577"/>
      <pc:docMkLst>
        <pc:docMk/>
      </pc:docMkLst>
      <pc:sldChg chg="modSp mod">
        <pc:chgData name="ALINE FIRMINO BRITO" userId="45ce2542-c00e-407f-b180-58c8eda11f20" providerId="ADAL" clId="{0B058AC3-CD6D-41D5-854C-8ADAF13FBB10}" dt="2024-01-05T01:31:41.975" v="155" actId="20577"/>
        <pc:sldMkLst>
          <pc:docMk/>
          <pc:sldMk cId="3122388168" sldId="264"/>
        </pc:sldMkLst>
        <pc:spChg chg="mod">
          <ac:chgData name="ALINE FIRMINO BRITO" userId="45ce2542-c00e-407f-b180-58c8eda11f20" providerId="ADAL" clId="{0B058AC3-CD6D-41D5-854C-8ADAF13FBB10}" dt="2024-01-05T01:31:29.312" v="125" actId="20577"/>
          <ac:spMkLst>
            <pc:docMk/>
            <pc:sldMk cId="3122388168" sldId="264"/>
            <ac:spMk id="5" creationId="{1A428024-02F5-5D2E-0904-9184200EFC38}"/>
          </ac:spMkLst>
        </pc:spChg>
        <pc:spChg chg="mod">
          <ac:chgData name="ALINE FIRMINO BRITO" userId="45ce2542-c00e-407f-b180-58c8eda11f20" providerId="ADAL" clId="{0B058AC3-CD6D-41D5-854C-8ADAF13FBB10}" dt="2024-01-05T01:31:41.975" v="155" actId="20577"/>
          <ac:spMkLst>
            <pc:docMk/>
            <pc:sldMk cId="3122388168" sldId="264"/>
            <ac:spMk id="6" creationId="{C710C443-05CC-A8AD-1FB3-203FC3F52DC2}"/>
          </ac:spMkLst>
        </pc:spChg>
      </pc:sldChg>
      <pc:sldChg chg="del">
        <pc:chgData name="ALINE FIRMINO BRITO" userId="45ce2542-c00e-407f-b180-58c8eda11f20" providerId="ADAL" clId="{0B058AC3-CD6D-41D5-854C-8ADAF13FBB10}" dt="2024-01-05T01:31:00.348" v="120" actId="47"/>
        <pc:sldMkLst>
          <pc:docMk/>
          <pc:sldMk cId="2502247388" sldId="266"/>
        </pc:sldMkLst>
      </pc:sldChg>
      <pc:sldChg chg="modSp mod">
        <pc:chgData name="ALINE FIRMINO BRITO" userId="45ce2542-c00e-407f-b180-58c8eda11f20" providerId="ADAL" clId="{0B058AC3-CD6D-41D5-854C-8ADAF13FBB10}" dt="2024-01-05T01:31:51.878" v="174" actId="20577"/>
        <pc:sldMkLst>
          <pc:docMk/>
          <pc:sldMk cId="864198947" sldId="267"/>
        </pc:sldMkLst>
        <pc:spChg chg="mod">
          <ac:chgData name="ALINE FIRMINO BRITO" userId="45ce2542-c00e-407f-b180-58c8eda11f20" providerId="ADAL" clId="{0B058AC3-CD6D-41D5-854C-8ADAF13FBB10}" dt="2024-01-05T01:31:51.878" v="174" actId="20577"/>
          <ac:spMkLst>
            <pc:docMk/>
            <pc:sldMk cId="864198947" sldId="267"/>
            <ac:spMk id="2" creationId="{A05D68C8-B6BB-8EA7-104A-763926AEE0B4}"/>
          </ac:spMkLst>
        </pc:spChg>
      </pc:sldChg>
      <pc:sldChg chg="addSp delSp modSp mod setBg modClrScheme chgLayout">
        <pc:chgData name="ALINE FIRMINO BRITO" userId="45ce2542-c00e-407f-b180-58c8eda11f20" providerId="ADAL" clId="{0B058AC3-CD6D-41D5-854C-8ADAF13FBB10}" dt="2024-01-05T01:28:26.349" v="5" actId="26606"/>
        <pc:sldMkLst>
          <pc:docMk/>
          <pc:sldMk cId="3575595610" sldId="272"/>
        </pc:sldMkLst>
        <pc:spChg chg="mod ord">
          <ac:chgData name="ALINE FIRMINO BRITO" userId="45ce2542-c00e-407f-b180-58c8eda11f20" providerId="ADAL" clId="{0B058AC3-CD6D-41D5-854C-8ADAF13FBB10}" dt="2024-01-05T01:28:26.349" v="5" actId="26606"/>
          <ac:spMkLst>
            <pc:docMk/>
            <pc:sldMk cId="3575595610" sldId="272"/>
            <ac:spMk id="2" creationId="{CC8268C8-DF58-E2BC-35D0-C4055250DD2C}"/>
          </ac:spMkLst>
        </pc:spChg>
        <pc:spChg chg="del mod ord">
          <ac:chgData name="ALINE FIRMINO BRITO" userId="45ce2542-c00e-407f-b180-58c8eda11f20" providerId="ADAL" clId="{0B058AC3-CD6D-41D5-854C-8ADAF13FBB10}" dt="2024-01-05T01:28:06.593" v="0" actId="700"/>
          <ac:spMkLst>
            <pc:docMk/>
            <pc:sldMk cId="3575595610" sldId="272"/>
            <ac:spMk id="3" creationId="{DEFC3937-480F-130E-8272-5DCA1A42EBD9}"/>
          </ac:spMkLst>
        </pc:spChg>
        <pc:spChg chg="mod ord">
          <ac:chgData name="ALINE FIRMINO BRITO" userId="45ce2542-c00e-407f-b180-58c8eda11f20" providerId="ADAL" clId="{0B058AC3-CD6D-41D5-854C-8ADAF13FBB10}" dt="2024-01-05T01:28:26.349" v="5" actId="26606"/>
          <ac:spMkLst>
            <pc:docMk/>
            <pc:sldMk cId="3575595610" sldId="272"/>
            <ac:spMk id="4" creationId="{3C5176FB-2AA3-DEFE-8734-2ACAA0E6C539}"/>
          </ac:spMkLst>
        </pc:spChg>
        <pc:spChg chg="add del">
          <ac:chgData name="ALINE FIRMINO BRITO" userId="45ce2542-c00e-407f-b180-58c8eda11f20" providerId="ADAL" clId="{0B058AC3-CD6D-41D5-854C-8ADAF13FBB10}" dt="2024-01-05T01:28:26.318" v="4" actId="26606"/>
          <ac:spMkLst>
            <pc:docMk/>
            <pc:sldMk cId="3575595610" sldId="272"/>
            <ac:spMk id="10" creationId="{2C61293E-6EBE-43EF-A52C-9BEBFD7679D4}"/>
          </ac:spMkLst>
        </pc:spChg>
        <pc:spChg chg="add del">
          <ac:chgData name="ALINE FIRMINO BRITO" userId="45ce2542-c00e-407f-b180-58c8eda11f20" providerId="ADAL" clId="{0B058AC3-CD6D-41D5-854C-8ADAF13FBB10}" dt="2024-01-05T01:28:12.977" v="2" actId="26606"/>
          <ac:spMkLst>
            <pc:docMk/>
            <pc:sldMk cId="3575595610" sldId="272"/>
            <ac:spMk id="11" creationId="{2B97F24A-32CE-4C1C-A50D-3016B394DCFB}"/>
          </ac:spMkLst>
        </pc:spChg>
        <pc:spChg chg="add del">
          <ac:chgData name="ALINE FIRMINO BRITO" userId="45ce2542-c00e-407f-b180-58c8eda11f20" providerId="ADAL" clId="{0B058AC3-CD6D-41D5-854C-8ADAF13FBB10}" dt="2024-01-05T01:28:26.318" v="4" actId="26606"/>
          <ac:spMkLst>
            <pc:docMk/>
            <pc:sldMk cId="3575595610" sldId="272"/>
            <ac:spMk id="12" creationId="{21540236-BFD5-4A9D-8840-4703E7F76825}"/>
          </ac:spMkLst>
        </pc:spChg>
        <pc:spChg chg="add del">
          <ac:chgData name="ALINE FIRMINO BRITO" userId="45ce2542-c00e-407f-b180-58c8eda11f20" providerId="ADAL" clId="{0B058AC3-CD6D-41D5-854C-8ADAF13FBB10}" dt="2024-01-05T01:28:12.977" v="2" actId="26606"/>
          <ac:spMkLst>
            <pc:docMk/>
            <pc:sldMk cId="3575595610" sldId="272"/>
            <ac:spMk id="13" creationId="{CD8B4F24-440B-49E9-B85D-733523DC064B}"/>
          </ac:spMkLst>
        </pc:spChg>
        <pc:spChg chg="add">
          <ac:chgData name="ALINE FIRMINO BRITO" userId="45ce2542-c00e-407f-b180-58c8eda11f20" providerId="ADAL" clId="{0B058AC3-CD6D-41D5-854C-8ADAF13FBB10}" dt="2024-01-05T01:28:26.349" v="5" actId="26606"/>
          <ac:spMkLst>
            <pc:docMk/>
            <pc:sldMk cId="3575595610" sldId="272"/>
            <ac:spMk id="14" creationId="{2C61293E-6EBE-43EF-A52C-9BEBFD7679D4}"/>
          </ac:spMkLst>
        </pc:spChg>
        <pc:spChg chg="add">
          <ac:chgData name="ALINE FIRMINO BRITO" userId="45ce2542-c00e-407f-b180-58c8eda11f20" providerId="ADAL" clId="{0B058AC3-CD6D-41D5-854C-8ADAF13FBB10}" dt="2024-01-05T01:28:26.349" v="5" actId="26606"/>
          <ac:spMkLst>
            <pc:docMk/>
            <pc:sldMk cId="3575595610" sldId="272"/>
            <ac:spMk id="16" creationId="{3FCFB1DE-0B7E-48CC-BA90-B2AB0889F9D6}"/>
          </ac:spMkLst>
        </pc:spChg>
        <pc:picChg chg="add del">
          <ac:chgData name="ALINE FIRMINO BRITO" userId="45ce2542-c00e-407f-b180-58c8eda11f20" providerId="ADAL" clId="{0B058AC3-CD6D-41D5-854C-8ADAF13FBB10}" dt="2024-01-05T01:28:26.318" v="4" actId="26606"/>
          <ac:picMkLst>
            <pc:docMk/>
            <pc:sldMk cId="3575595610" sldId="272"/>
            <ac:picMk id="6" creationId="{28F8B284-5293-92A8-F03B-A82C282C1A58}"/>
          </ac:picMkLst>
        </pc:picChg>
        <pc:picChg chg="add del">
          <ac:chgData name="ALINE FIRMINO BRITO" userId="45ce2542-c00e-407f-b180-58c8eda11f20" providerId="ADAL" clId="{0B058AC3-CD6D-41D5-854C-8ADAF13FBB10}" dt="2024-01-05T01:28:12.977" v="2" actId="26606"/>
          <ac:picMkLst>
            <pc:docMk/>
            <pc:sldMk cId="3575595610" sldId="272"/>
            <ac:picMk id="8" creationId="{3B3B0B00-AC7D-B6FB-B06E-E83EBA3CE4A7}"/>
          </ac:picMkLst>
        </pc:picChg>
        <pc:picChg chg="add">
          <ac:chgData name="ALINE FIRMINO BRITO" userId="45ce2542-c00e-407f-b180-58c8eda11f20" providerId="ADAL" clId="{0B058AC3-CD6D-41D5-854C-8ADAF13FBB10}" dt="2024-01-05T01:28:26.349" v="5" actId="26606"/>
          <ac:picMkLst>
            <pc:docMk/>
            <pc:sldMk cId="3575595610" sldId="272"/>
            <ac:picMk id="15" creationId="{E009E01E-6847-F42E-B951-EB9C063282AC}"/>
          </ac:picMkLst>
        </pc:picChg>
      </pc:sldChg>
      <pc:sldChg chg="modSp mod">
        <pc:chgData name="ALINE FIRMINO BRITO" userId="45ce2542-c00e-407f-b180-58c8eda11f20" providerId="ADAL" clId="{0B058AC3-CD6D-41D5-854C-8ADAF13FBB10}" dt="2024-01-05T01:28:37.603" v="11" actId="20577"/>
        <pc:sldMkLst>
          <pc:docMk/>
          <pc:sldMk cId="1955630497" sldId="273"/>
        </pc:sldMkLst>
        <pc:spChg chg="mod">
          <ac:chgData name="ALINE FIRMINO BRITO" userId="45ce2542-c00e-407f-b180-58c8eda11f20" providerId="ADAL" clId="{0B058AC3-CD6D-41D5-854C-8ADAF13FBB10}" dt="2024-01-05T01:28:37.603" v="11" actId="20577"/>
          <ac:spMkLst>
            <pc:docMk/>
            <pc:sldMk cId="1955630497" sldId="273"/>
            <ac:spMk id="8" creationId="{165D65DD-9E50-46FE-ADE8-BABDBFEBA8F5}"/>
          </ac:spMkLst>
        </pc:spChg>
      </pc:sldChg>
      <pc:sldChg chg="modSp mod">
        <pc:chgData name="ALINE FIRMINO BRITO" userId="45ce2542-c00e-407f-b180-58c8eda11f20" providerId="ADAL" clId="{0B058AC3-CD6D-41D5-854C-8ADAF13FBB10}" dt="2024-01-05T01:29:23.573" v="82" actId="20577"/>
        <pc:sldMkLst>
          <pc:docMk/>
          <pc:sldMk cId="308606796" sldId="274"/>
        </pc:sldMkLst>
        <pc:spChg chg="mod">
          <ac:chgData name="ALINE FIRMINO BRITO" userId="45ce2542-c00e-407f-b180-58c8eda11f20" providerId="ADAL" clId="{0B058AC3-CD6D-41D5-854C-8ADAF13FBB10}" dt="2024-01-05T01:29:23.573" v="82" actId="20577"/>
          <ac:spMkLst>
            <pc:docMk/>
            <pc:sldMk cId="308606796" sldId="274"/>
            <ac:spMk id="8" creationId="{165D65DD-9E50-46FE-ADE8-BABDBFEBA8F5}"/>
          </ac:spMkLst>
        </pc:spChg>
      </pc:sldChg>
      <pc:sldChg chg="addSp delSp modSp new mod setBg modClrScheme chgLayout">
        <pc:chgData name="ALINE FIRMINO BRITO" userId="45ce2542-c00e-407f-b180-58c8eda11f20" providerId="ADAL" clId="{0B058AC3-CD6D-41D5-854C-8ADAF13FBB10}" dt="2024-01-05T01:30:18.568" v="118" actId="26606"/>
        <pc:sldMkLst>
          <pc:docMk/>
          <pc:sldMk cId="2247793418" sldId="278"/>
        </pc:sldMkLst>
        <pc:spChg chg="del mod ord">
          <ac:chgData name="ALINE FIRMINO BRITO" userId="45ce2542-c00e-407f-b180-58c8eda11f20" providerId="ADAL" clId="{0B058AC3-CD6D-41D5-854C-8ADAF13FBB10}" dt="2024-01-05T01:29:55.003" v="84" actId="700"/>
          <ac:spMkLst>
            <pc:docMk/>
            <pc:sldMk cId="2247793418" sldId="278"/>
            <ac:spMk id="2" creationId="{48083E09-1A37-1078-DAF6-146C00A6C4D0}"/>
          </ac:spMkLst>
        </pc:spChg>
        <pc:spChg chg="del mod ord">
          <ac:chgData name="ALINE FIRMINO BRITO" userId="45ce2542-c00e-407f-b180-58c8eda11f20" providerId="ADAL" clId="{0B058AC3-CD6D-41D5-854C-8ADAF13FBB10}" dt="2024-01-05T01:29:55.003" v="84" actId="700"/>
          <ac:spMkLst>
            <pc:docMk/>
            <pc:sldMk cId="2247793418" sldId="278"/>
            <ac:spMk id="3" creationId="{99146BDF-C879-846B-DC43-6FE4BDE9ECA7}"/>
          </ac:spMkLst>
        </pc:spChg>
        <pc:spChg chg="add del mod ord">
          <ac:chgData name="ALINE FIRMINO BRITO" userId="45ce2542-c00e-407f-b180-58c8eda11f20" providerId="ADAL" clId="{0B058AC3-CD6D-41D5-854C-8ADAF13FBB10}" dt="2024-01-05T01:29:58.146" v="85" actId="700"/>
          <ac:spMkLst>
            <pc:docMk/>
            <pc:sldMk cId="2247793418" sldId="278"/>
            <ac:spMk id="4" creationId="{2DAAD787-ACF2-A6C6-88D8-1DF3169FD8E2}"/>
          </ac:spMkLst>
        </pc:spChg>
        <pc:spChg chg="add del mod ord">
          <ac:chgData name="ALINE FIRMINO BRITO" userId="45ce2542-c00e-407f-b180-58c8eda11f20" providerId="ADAL" clId="{0B058AC3-CD6D-41D5-854C-8ADAF13FBB10}" dt="2024-01-05T01:29:58.146" v="85" actId="700"/>
          <ac:spMkLst>
            <pc:docMk/>
            <pc:sldMk cId="2247793418" sldId="278"/>
            <ac:spMk id="5" creationId="{22C6D58C-3F93-E287-AC50-D20BD8D5B54B}"/>
          </ac:spMkLst>
        </pc:spChg>
        <pc:spChg chg="add mod ord">
          <ac:chgData name="ALINE FIRMINO BRITO" userId="45ce2542-c00e-407f-b180-58c8eda11f20" providerId="ADAL" clId="{0B058AC3-CD6D-41D5-854C-8ADAF13FBB10}" dt="2024-01-05T01:30:18.568" v="118" actId="26606"/>
          <ac:spMkLst>
            <pc:docMk/>
            <pc:sldMk cId="2247793418" sldId="278"/>
            <ac:spMk id="6" creationId="{BC19D2FE-466F-3ADF-3AED-E9173BE1F92B}"/>
          </ac:spMkLst>
        </pc:spChg>
        <pc:spChg chg="add mod ord">
          <ac:chgData name="ALINE FIRMINO BRITO" userId="45ce2542-c00e-407f-b180-58c8eda11f20" providerId="ADAL" clId="{0B058AC3-CD6D-41D5-854C-8ADAF13FBB10}" dt="2024-01-05T01:30:18.568" v="118" actId="26606"/>
          <ac:spMkLst>
            <pc:docMk/>
            <pc:sldMk cId="2247793418" sldId="278"/>
            <ac:spMk id="7" creationId="{92070977-F546-4500-B513-4F95B4F04C8F}"/>
          </ac:spMkLst>
        </pc:spChg>
        <pc:spChg chg="add">
          <ac:chgData name="ALINE FIRMINO BRITO" userId="45ce2542-c00e-407f-b180-58c8eda11f20" providerId="ADAL" clId="{0B058AC3-CD6D-41D5-854C-8ADAF13FBB10}" dt="2024-01-05T01:30:18.568" v="118" actId="26606"/>
          <ac:spMkLst>
            <pc:docMk/>
            <pc:sldMk cId="2247793418" sldId="278"/>
            <ac:spMk id="13" creationId="{3A930249-8242-4E2B-AF17-C01826488321}"/>
          </ac:spMkLst>
        </pc:spChg>
        <pc:spChg chg="add">
          <ac:chgData name="ALINE FIRMINO BRITO" userId="45ce2542-c00e-407f-b180-58c8eda11f20" providerId="ADAL" clId="{0B058AC3-CD6D-41D5-854C-8ADAF13FBB10}" dt="2024-01-05T01:30:18.568" v="118" actId="26606"/>
          <ac:spMkLst>
            <pc:docMk/>
            <pc:sldMk cId="2247793418" sldId="278"/>
            <ac:spMk id="15" creationId="{A5BDD999-C5E1-4B3E-A710-768673819165}"/>
          </ac:spMkLst>
        </pc:spChg>
        <pc:picChg chg="add">
          <ac:chgData name="ALINE FIRMINO BRITO" userId="45ce2542-c00e-407f-b180-58c8eda11f20" providerId="ADAL" clId="{0B058AC3-CD6D-41D5-854C-8ADAF13FBB10}" dt="2024-01-05T01:30:18.568" v="118" actId="26606"/>
          <ac:picMkLst>
            <pc:docMk/>
            <pc:sldMk cId="2247793418" sldId="278"/>
            <ac:picMk id="9" creationId="{0F82C3A9-8E91-07C6-AEBE-14FF5EA511B9}"/>
          </ac:picMkLst>
        </pc:picChg>
      </pc:sldChg>
      <pc:sldChg chg="addSp modSp new mod">
        <pc:chgData name="ALINE FIRMINO BRITO" userId="45ce2542-c00e-407f-b180-58c8eda11f20" providerId="ADAL" clId="{0B058AC3-CD6D-41D5-854C-8ADAF13FBB10}" dt="2024-01-05T01:30:53.235" v="119" actId="27022"/>
        <pc:sldMkLst>
          <pc:docMk/>
          <pc:sldMk cId="3460384624" sldId="279"/>
        </pc:sldMkLst>
        <pc:graphicFrameChg chg="add modGraphic">
          <ac:chgData name="ALINE FIRMINO BRITO" userId="45ce2542-c00e-407f-b180-58c8eda11f20" providerId="ADAL" clId="{0B058AC3-CD6D-41D5-854C-8ADAF13FBB10}" dt="2024-01-05T01:30:53.235" v="119" actId="27022"/>
          <ac:graphicFrameMkLst>
            <pc:docMk/>
            <pc:sldMk cId="3460384624" sldId="279"/>
            <ac:graphicFrameMk id="5" creationId="{89B35EEF-34B6-2B32-260C-92E3F4375050}"/>
          </ac:graphicFrameMkLst>
        </pc:graphicFrameChg>
      </pc:sldChg>
    </pc:docChg>
  </pc:docChgLst>
  <pc:docChgLst>
    <pc:chgData name="ALINE FIRMINO BRITO" userId="S::aline.brito3@etec.sp.gov.br::45ce2542-c00e-407f-b180-58c8eda11f20" providerId="AD" clId="Web-{BFB2FC6F-C848-AE7E-BCEC-7887AF37F6AA}"/>
    <pc:docChg chg="addSld modSld addSection modSection">
      <pc:chgData name="ALINE FIRMINO BRITO" userId="S::aline.brito3@etec.sp.gov.br::45ce2542-c00e-407f-b180-58c8eda11f20" providerId="AD" clId="Web-{BFB2FC6F-C848-AE7E-BCEC-7887AF37F6AA}" dt="2024-01-05T18:36:24.191" v="350"/>
      <pc:docMkLst>
        <pc:docMk/>
      </pc:docMkLst>
      <pc:sldChg chg="addSp modSp new mod setBg modClrScheme chgLayout">
        <pc:chgData name="ALINE FIRMINO BRITO" userId="S::aline.brito3@etec.sp.gov.br::45ce2542-c00e-407f-b180-58c8eda11f20" providerId="AD" clId="Web-{BFB2FC6F-C848-AE7E-BCEC-7887AF37F6AA}" dt="2024-01-05T16:39:18.610" v="149"/>
        <pc:sldMkLst>
          <pc:docMk/>
          <pc:sldMk cId="4154736887" sldId="280"/>
        </pc:sldMkLst>
        <pc:spChg chg="mod ord">
          <ac:chgData name="ALINE FIRMINO BRITO" userId="S::aline.brito3@etec.sp.gov.br::45ce2542-c00e-407f-b180-58c8eda11f20" providerId="AD" clId="Web-{BFB2FC6F-C848-AE7E-BCEC-7887AF37F6AA}" dt="2024-01-05T16:39:18.610" v="149"/>
          <ac:spMkLst>
            <pc:docMk/>
            <pc:sldMk cId="4154736887" sldId="280"/>
            <ac:spMk id="2" creationId="{C1E6A3B6-4274-CA53-1793-75C6BAFC562B}"/>
          </ac:spMkLst>
        </pc:spChg>
        <pc:spChg chg="mod ord">
          <ac:chgData name="ALINE FIRMINO BRITO" userId="S::aline.brito3@etec.sp.gov.br::45ce2542-c00e-407f-b180-58c8eda11f20" providerId="AD" clId="Web-{BFB2FC6F-C848-AE7E-BCEC-7887AF37F6AA}" dt="2024-01-05T16:39:18.610" v="149"/>
          <ac:spMkLst>
            <pc:docMk/>
            <pc:sldMk cId="4154736887" sldId="280"/>
            <ac:spMk id="3" creationId="{AEEA0B6C-13A2-F6BC-29BF-C91BDC7ACA1A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39:18.610" v="149"/>
          <ac:spMkLst>
            <pc:docMk/>
            <pc:sldMk cId="4154736887" sldId="280"/>
            <ac:spMk id="9" creationId="{5A59F003-E00A-43F9-91DC-CC54E3B87466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39:18.610" v="149"/>
          <ac:spMkLst>
            <pc:docMk/>
            <pc:sldMk cId="4154736887" sldId="280"/>
            <ac:spMk id="11" creationId="{D74A4382-E3AD-430A-9A1F-DFA3E0E77A7D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39:18.610" v="149"/>
          <ac:spMkLst>
            <pc:docMk/>
            <pc:sldMk cId="4154736887" sldId="280"/>
            <ac:spMk id="13" creationId="{79F40191-0F44-4FD1-82CC-ACB507C14BE6}"/>
          </ac:spMkLst>
        </pc:spChg>
        <pc:picChg chg="add">
          <ac:chgData name="ALINE FIRMINO BRITO" userId="S::aline.brito3@etec.sp.gov.br::45ce2542-c00e-407f-b180-58c8eda11f20" providerId="AD" clId="Web-{BFB2FC6F-C848-AE7E-BCEC-7887AF37F6AA}" dt="2024-01-05T16:39:18.610" v="149"/>
          <ac:picMkLst>
            <pc:docMk/>
            <pc:sldMk cId="4154736887" sldId="280"/>
            <ac:picMk id="5" creationId="{B08E78D5-CA0F-2D76-FC8F-907E22CD2063}"/>
          </ac:picMkLst>
        </pc:picChg>
      </pc:sldChg>
      <pc:sldChg chg="modSp new mod modClrScheme chgLayout">
        <pc:chgData name="ALINE FIRMINO BRITO" userId="S::aline.brito3@etec.sp.gov.br::45ce2542-c00e-407f-b180-58c8eda11f20" providerId="AD" clId="Web-{BFB2FC6F-C848-AE7E-BCEC-7887AF37F6AA}" dt="2024-01-05T16:07:56.247" v="14" actId="20577"/>
        <pc:sldMkLst>
          <pc:docMk/>
          <pc:sldMk cId="3594812474" sldId="281"/>
        </pc:sldMkLst>
        <pc:spChg chg="mod ord">
          <ac:chgData name="ALINE FIRMINO BRITO" userId="S::aline.brito3@etec.sp.gov.br::45ce2542-c00e-407f-b180-58c8eda11f20" providerId="AD" clId="Web-{BFB2FC6F-C848-AE7E-BCEC-7887AF37F6AA}" dt="2024-01-05T16:07:50.887" v="11"/>
          <ac:spMkLst>
            <pc:docMk/>
            <pc:sldMk cId="3594812474" sldId="281"/>
            <ac:spMk id="2" creationId="{5AAFFD6E-4D75-6045-B71E-950B0B9BF8BD}"/>
          </ac:spMkLst>
        </pc:spChg>
        <pc:spChg chg="mod ord">
          <ac:chgData name="ALINE FIRMINO BRITO" userId="S::aline.brito3@etec.sp.gov.br::45ce2542-c00e-407f-b180-58c8eda11f20" providerId="AD" clId="Web-{BFB2FC6F-C848-AE7E-BCEC-7887AF37F6AA}" dt="2024-01-05T16:07:56.247" v="14" actId="20577"/>
          <ac:spMkLst>
            <pc:docMk/>
            <pc:sldMk cId="3594812474" sldId="281"/>
            <ac:spMk id="3" creationId="{7C1FEF7E-D049-E64F-4734-CBC91E54D9DF}"/>
          </ac:spMkLst>
        </pc:spChg>
      </pc:sldChg>
      <pc:sldChg chg="addSp delSp modSp new mod setBg modClrScheme chgLayout">
        <pc:chgData name="ALINE FIRMINO BRITO" userId="S::aline.brito3@etec.sp.gov.br::45ce2542-c00e-407f-b180-58c8eda11f20" providerId="AD" clId="Web-{BFB2FC6F-C848-AE7E-BCEC-7887AF37F6AA}" dt="2024-01-05T16:24:05.930" v="76"/>
        <pc:sldMkLst>
          <pc:docMk/>
          <pc:sldMk cId="944140351" sldId="282"/>
        </pc:sldMkLst>
        <pc:spChg chg="mod ord">
          <ac:chgData name="ALINE FIRMINO BRITO" userId="S::aline.brito3@etec.sp.gov.br::45ce2542-c00e-407f-b180-58c8eda11f20" providerId="AD" clId="Web-{BFB2FC6F-C848-AE7E-BCEC-7887AF37F6AA}" dt="2024-01-05T16:24:05.930" v="76"/>
          <ac:spMkLst>
            <pc:docMk/>
            <pc:sldMk cId="944140351" sldId="282"/>
            <ac:spMk id="2" creationId="{B755EC26-4896-74E6-67EA-008CBA7E61AD}"/>
          </ac:spMkLst>
        </pc:spChg>
        <pc:spChg chg="mod ord">
          <ac:chgData name="ALINE FIRMINO BRITO" userId="S::aline.brito3@etec.sp.gov.br::45ce2542-c00e-407f-b180-58c8eda11f20" providerId="AD" clId="Web-{BFB2FC6F-C848-AE7E-BCEC-7887AF37F6AA}" dt="2024-01-05T16:24:05.930" v="76"/>
          <ac:spMkLst>
            <pc:docMk/>
            <pc:sldMk cId="944140351" sldId="282"/>
            <ac:spMk id="3" creationId="{9D8C0A03-6C7F-8679-40F3-15DC47C98CFE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21:15.811" v="73"/>
          <ac:spMkLst>
            <pc:docMk/>
            <pc:sldMk cId="944140351" sldId="282"/>
            <ac:spMk id="9" creationId="{D009D6D5-DAC2-4A8B-A17A-E206B9012D09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24:05.899" v="75"/>
          <ac:spMkLst>
            <pc:docMk/>
            <pc:sldMk cId="944140351" sldId="282"/>
            <ac:spMk id="11" creationId="{9C3A50E9-9119-7BC3-083B-2D84CCC78E47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24:05.899" v="75"/>
          <ac:spMkLst>
            <pc:docMk/>
            <pc:sldMk cId="944140351" sldId="282"/>
            <ac:spMk id="13" creationId="{DC39DE25-0E4E-0AA7-0932-1D78C2372786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24:05.899" v="75"/>
          <ac:spMkLst>
            <pc:docMk/>
            <pc:sldMk cId="944140351" sldId="282"/>
            <ac:spMk id="14" creationId="{AE3A741D-C19B-960A-5803-1C5887147820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24:05.899" v="75"/>
          <ac:spMkLst>
            <pc:docMk/>
            <pc:sldMk cId="944140351" sldId="282"/>
            <ac:spMk id="15" creationId="{8D6EA299-0840-6DEA-E670-C49AEBC87E89}"/>
          </ac:spMkLst>
        </pc:spChg>
        <pc:picChg chg="add del">
          <ac:chgData name="ALINE FIRMINO BRITO" userId="S::aline.brito3@etec.sp.gov.br::45ce2542-c00e-407f-b180-58c8eda11f20" providerId="AD" clId="Web-{BFB2FC6F-C848-AE7E-BCEC-7887AF37F6AA}" dt="2024-01-05T16:21:15.811" v="73"/>
          <ac:picMkLst>
            <pc:docMk/>
            <pc:sldMk cId="944140351" sldId="282"/>
            <ac:picMk id="5" creationId="{B7B31A8B-0643-841C-4120-36F23A13CB65}"/>
          </ac:picMkLst>
        </pc:picChg>
        <pc:picChg chg="add del">
          <ac:chgData name="ALINE FIRMINO BRITO" userId="S::aline.brito3@etec.sp.gov.br::45ce2542-c00e-407f-b180-58c8eda11f20" providerId="AD" clId="Web-{BFB2FC6F-C848-AE7E-BCEC-7887AF37F6AA}" dt="2024-01-05T16:24:05.899" v="75"/>
          <ac:picMkLst>
            <pc:docMk/>
            <pc:sldMk cId="944140351" sldId="282"/>
            <ac:picMk id="12" creationId="{386B659F-BB4B-BCAC-B7D4-F9C7D8437F5B}"/>
          </ac:picMkLst>
        </pc:picChg>
        <pc:picChg chg="add">
          <ac:chgData name="ALINE FIRMINO BRITO" userId="S::aline.brito3@etec.sp.gov.br::45ce2542-c00e-407f-b180-58c8eda11f20" providerId="AD" clId="Web-{BFB2FC6F-C848-AE7E-BCEC-7887AF37F6AA}" dt="2024-01-05T16:24:05.930" v="76"/>
          <ac:picMkLst>
            <pc:docMk/>
            <pc:sldMk cId="944140351" sldId="282"/>
            <ac:picMk id="17" creationId="{B283B8B7-D127-2B5A-0ED4-224E98CA511C}"/>
          </ac:picMkLst>
        </pc:picChg>
        <pc:cxnChg chg="add">
          <ac:chgData name="ALINE FIRMINO BRITO" userId="S::aline.brito3@etec.sp.gov.br::45ce2542-c00e-407f-b180-58c8eda11f20" providerId="AD" clId="Web-{BFB2FC6F-C848-AE7E-BCEC-7887AF37F6AA}" dt="2024-01-05T16:24:05.930" v="76"/>
          <ac:cxnSpMkLst>
            <pc:docMk/>
            <pc:sldMk cId="944140351" sldId="282"/>
            <ac:cxnSpMk id="18" creationId="{1503BFE4-729B-D9D0-C17B-501E6AF1127A}"/>
          </ac:cxnSpMkLst>
        </pc:cxnChg>
      </pc:sldChg>
      <pc:sldChg chg="addSp delSp modSp new mod setBg">
        <pc:chgData name="ALINE FIRMINO BRITO" userId="S::aline.brito3@etec.sp.gov.br::45ce2542-c00e-407f-b180-58c8eda11f20" providerId="AD" clId="Web-{BFB2FC6F-C848-AE7E-BCEC-7887AF37F6AA}" dt="2024-01-05T16:38:25.872" v="148"/>
        <pc:sldMkLst>
          <pc:docMk/>
          <pc:sldMk cId="2836487934" sldId="283"/>
        </pc:sldMkLst>
        <pc:spChg chg="mod">
          <ac:chgData name="ALINE FIRMINO BRITO" userId="S::aline.brito3@etec.sp.gov.br::45ce2542-c00e-407f-b180-58c8eda11f20" providerId="AD" clId="Web-{BFB2FC6F-C848-AE7E-BCEC-7887AF37F6AA}" dt="2024-01-05T16:38:25.872" v="148"/>
          <ac:spMkLst>
            <pc:docMk/>
            <pc:sldMk cId="2836487934" sldId="283"/>
            <ac:spMk id="2" creationId="{B3C3897C-E55A-E2E6-1D37-1DF65969D052}"/>
          </ac:spMkLst>
        </pc:spChg>
        <pc:spChg chg="mod">
          <ac:chgData name="ALINE FIRMINO BRITO" userId="S::aline.brito3@etec.sp.gov.br::45ce2542-c00e-407f-b180-58c8eda11f20" providerId="AD" clId="Web-{BFB2FC6F-C848-AE7E-BCEC-7887AF37F6AA}" dt="2024-01-05T16:38:25.872" v="148"/>
          <ac:spMkLst>
            <pc:docMk/>
            <pc:sldMk cId="2836487934" sldId="283"/>
            <ac:spMk id="3" creationId="{2CC44B74-0AD5-AC5C-4A00-623014A3F318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38:25.872" v="148"/>
          <ac:spMkLst>
            <pc:docMk/>
            <pc:sldMk cId="2836487934" sldId="283"/>
            <ac:spMk id="9" creationId="{E51BA4DF-2BD4-4EC2-B1DB-B27C8AC71864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38:17.200" v="145"/>
          <ac:spMkLst>
            <pc:docMk/>
            <pc:sldMk cId="2836487934" sldId="283"/>
            <ac:spMk id="14" creationId="{F944E337-3E5D-4A1F-A5A1-2057F25B8A7B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38:17.200" v="145"/>
          <ac:spMkLst>
            <pc:docMk/>
            <pc:sldMk cId="2836487934" sldId="283"/>
            <ac:spMk id="16" creationId="{4DA50D69-7CF7-4844-B844-A2B821C77F24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38:25.857" v="147"/>
          <ac:spMkLst>
            <pc:docMk/>
            <pc:sldMk cId="2836487934" sldId="283"/>
            <ac:spMk id="19" creationId="{5396781C-32A1-4FDA-A83B-A7FF8C1B1E99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38:25.872" v="148"/>
          <ac:spMkLst>
            <pc:docMk/>
            <pc:sldMk cId="2836487934" sldId="283"/>
            <ac:spMk id="22" creationId="{F944E337-3E5D-4A1F-A5A1-2057F25B8A7B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38:25.872" v="148"/>
          <ac:spMkLst>
            <pc:docMk/>
            <pc:sldMk cId="2836487934" sldId="283"/>
            <ac:spMk id="23" creationId="{4DA50D69-7CF7-4844-B844-A2B821C77F24}"/>
          </ac:spMkLst>
        </pc:spChg>
        <pc:grpChg chg="add del">
          <ac:chgData name="ALINE FIRMINO BRITO" userId="S::aline.brito3@etec.sp.gov.br::45ce2542-c00e-407f-b180-58c8eda11f20" providerId="AD" clId="Web-{BFB2FC6F-C848-AE7E-BCEC-7887AF37F6AA}" dt="2024-01-05T16:38:25.857" v="147"/>
          <ac:grpSpMkLst>
            <pc:docMk/>
            <pc:sldMk cId="2836487934" sldId="283"/>
            <ac:grpSpMk id="20" creationId="{54A1C8FD-E5B7-4BEC-A74A-A55FB8EA7CFE}"/>
          </ac:grpSpMkLst>
        </pc:grpChg>
        <pc:picChg chg="add mod">
          <ac:chgData name="ALINE FIRMINO BRITO" userId="S::aline.brito3@etec.sp.gov.br::45ce2542-c00e-407f-b180-58c8eda11f20" providerId="AD" clId="Web-{BFB2FC6F-C848-AE7E-BCEC-7887AF37F6AA}" dt="2024-01-05T16:38:25.872" v="148"/>
          <ac:picMkLst>
            <pc:docMk/>
            <pc:sldMk cId="2836487934" sldId="283"/>
            <ac:picMk id="5" creationId="{DC410B31-2B74-100D-E74C-4A451299143A}"/>
          </ac:picMkLst>
        </pc:picChg>
      </pc:sldChg>
      <pc:sldChg chg="addSp delSp modSp new mod setBg modClrScheme chgLayout">
        <pc:chgData name="ALINE FIRMINO BRITO" userId="S::aline.brito3@etec.sp.gov.br::45ce2542-c00e-407f-b180-58c8eda11f20" providerId="AD" clId="Web-{BFB2FC6F-C848-AE7E-BCEC-7887AF37F6AA}" dt="2024-01-05T16:56:16.265" v="311"/>
        <pc:sldMkLst>
          <pc:docMk/>
          <pc:sldMk cId="1661368993" sldId="284"/>
        </pc:sldMkLst>
        <pc:spChg chg="mod ord">
          <ac:chgData name="ALINE FIRMINO BRITO" userId="S::aline.brito3@etec.sp.gov.br::45ce2542-c00e-407f-b180-58c8eda11f20" providerId="AD" clId="Web-{BFB2FC6F-C848-AE7E-BCEC-7887AF37F6AA}" dt="2024-01-05T16:56:16.265" v="311"/>
          <ac:spMkLst>
            <pc:docMk/>
            <pc:sldMk cId="1661368993" sldId="284"/>
            <ac:spMk id="2" creationId="{C824AA96-0E11-5BE8-05C3-4E3A8C5E2BBC}"/>
          </ac:spMkLst>
        </pc:spChg>
        <pc:spChg chg="del mod ord">
          <ac:chgData name="ALINE FIRMINO BRITO" userId="S::aline.brito3@etec.sp.gov.br::45ce2542-c00e-407f-b180-58c8eda11f20" providerId="AD" clId="Web-{BFB2FC6F-C848-AE7E-BCEC-7887AF37F6AA}" dt="2024-01-05T16:42:19.886" v="156"/>
          <ac:spMkLst>
            <pc:docMk/>
            <pc:sldMk cId="1661368993" sldId="284"/>
            <ac:spMk id="3" creationId="{FA59731E-BADE-3AAD-BF35-66E6D03B5E15}"/>
          </ac:spMkLst>
        </pc:spChg>
        <pc:spChg chg="add mod ord">
          <ac:chgData name="ALINE FIRMINO BRITO" userId="S::aline.brito3@etec.sp.gov.br::45ce2542-c00e-407f-b180-58c8eda11f20" providerId="AD" clId="Web-{BFB2FC6F-C848-AE7E-BCEC-7887AF37F6AA}" dt="2024-01-05T16:56:16.265" v="311"/>
          <ac:spMkLst>
            <pc:docMk/>
            <pc:sldMk cId="1661368993" sldId="284"/>
            <ac:spMk id="4" creationId="{2E054E3F-DB72-5E36-E97E-710B0D28CB23}"/>
          </ac:spMkLst>
        </pc:spChg>
        <pc:spChg chg="add del mod">
          <ac:chgData name="ALINE FIRMINO BRITO" userId="S::aline.brito3@etec.sp.gov.br::45ce2542-c00e-407f-b180-58c8eda11f20" providerId="AD" clId="Web-{BFB2FC6F-C848-AE7E-BCEC-7887AF37F6AA}" dt="2024-01-05T16:42:33.762" v="158"/>
          <ac:spMkLst>
            <pc:docMk/>
            <pc:sldMk cId="1661368993" sldId="284"/>
            <ac:spMk id="7" creationId="{DF301C65-EE80-EE92-599E-5B959829B8C8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49:37.491" v="209"/>
          <ac:spMkLst>
            <pc:docMk/>
            <pc:sldMk cId="1661368993" sldId="284"/>
            <ac:spMk id="13" creationId="{2EB492CD-616E-47F8-933B-5E2D952A0593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49:37.491" v="209"/>
          <ac:spMkLst>
            <pc:docMk/>
            <pc:sldMk cId="1661368993" sldId="284"/>
            <ac:spMk id="15" creationId="{59383CF9-23B5-4335-9B21-1791C4CF1C75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49:37.491" v="209"/>
          <ac:spMkLst>
            <pc:docMk/>
            <pc:sldMk cId="1661368993" sldId="284"/>
            <ac:spMk id="17" creationId="{0007FE00-9498-4706-B255-6437B0252C02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49:52.085" v="211"/>
          <ac:spMkLst>
            <pc:docMk/>
            <pc:sldMk cId="1661368993" sldId="284"/>
            <ac:spMk id="19" creationId="{E8A8EAB8-D2FF-444D-B34B-7D32F106AD0E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0:43.557" v="227"/>
          <ac:spMkLst>
            <pc:docMk/>
            <pc:sldMk cId="1661368993" sldId="284"/>
            <ac:spMk id="23" creationId="{D380959B-464C-9ED8-C9EB-AB6FC997C1B8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0:43.557" v="227"/>
          <ac:spMkLst>
            <pc:docMk/>
            <pc:sldMk cId="1661368993" sldId="284"/>
            <ac:spMk id="24" creationId="{06B83858-ED7D-57B6-6CAA-83168807C43C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0:43.557" v="227"/>
          <ac:spMkLst>
            <pc:docMk/>
            <pc:sldMk cId="1661368993" sldId="284"/>
            <ac:spMk id="25" creationId="{FF97FFD4-A8B9-3D4D-1623-7BE467E46A6A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3:05.519" v="255"/>
          <ac:spMkLst>
            <pc:docMk/>
            <pc:sldMk cId="1661368993" sldId="284"/>
            <ac:spMk id="30" creationId="{E8A8EAB8-D2FF-444D-B34B-7D32F106AD0E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2:47.643" v="252"/>
          <ac:spMkLst>
            <pc:docMk/>
            <pc:sldMk cId="1661368993" sldId="284"/>
            <ac:spMk id="39" creationId="{6897DEB4-4A88-4293-A935-9B25506C1530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2:47.643" v="252"/>
          <ac:spMkLst>
            <pc:docMk/>
            <pc:sldMk cId="1661368993" sldId="284"/>
            <ac:spMk id="41" creationId="{FBE42BC3-6707-4CBF-9386-048B994A4F19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3:05.503" v="254"/>
          <ac:spMkLst>
            <pc:docMk/>
            <pc:sldMk cId="1661368993" sldId="284"/>
            <ac:spMk id="43" creationId="{8D9CE0F4-2EB2-4F1F-8AAC-DB3571D9FE10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3:05.503" v="254"/>
          <ac:spMkLst>
            <pc:docMk/>
            <pc:sldMk cId="1661368993" sldId="284"/>
            <ac:spMk id="44" creationId="{0B9EE3F3-89B7-43C3-8651-C4C96830993D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3:05.503" v="254"/>
          <ac:spMkLst>
            <pc:docMk/>
            <pc:sldMk cId="1661368993" sldId="284"/>
            <ac:spMk id="45" creationId="{33AE4636-AEEC-45D6-84D4-7AC2DA48ECF8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6:16.265" v="311"/>
          <ac:spMkLst>
            <pc:docMk/>
            <pc:sldMk cId="1661368993" sldId="284"/>
            <ac:spMk id="47" creationId="{2EB492CD-616E-47F8-933B-5E2D952A0593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3:12.519" v="257"/>
          <ac:spMkLst>
            <pc:docMk/>
            <pc:sldMk cId="1661368993" sldId="284"/>
            <ac:spMk id="48" creationId="{59383CF9-23B5-4335-9B21-1791C4CF1C75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6:16.265" v="311"/>
          <ac:spMkLst>
            <pc:docMk/>
            <pc:sldMk cId="1661368993" sldId="284"/>
            <ac:spMk id="49" creationId="{0007FE00-9498-4706-B255-6437B0252C02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6:16.249" v="310"/>
          <ac:spMkLst>
            <pc:docMk/>
            <pc:sldMk cId="1661368993" sldId="284"/>
            <ac:spMk id="54" creationId="{13844EE9-2895-4B7B-A445-00BA91721BDF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6:16.249" v="310"/>
          <ac:spMkLst>
            <pc:docMk/>
            <pc:sldMk cId="1661368993" sldId="284"/>
            <ac:spMk id="56" creationId="{97B03642-7722-4B15-897F-76918F86B8FB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6:16.249" v="310"/>
          <ac:spMkLst>
            <pc:docMk/>
            <pc:sldMk cId="1661368993" sldId="284"/>
            <ac:spMk id="58" creationId="{6068EAC2-2623-4156-A990-D776FF9BF493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6:16.249" v="310"/>
          <ac:spMkLst>
            <pc:docMk/>
            <pc:sldMk cId="1661368993" sldId="284"/>
            <ac:spMk id="60" creationId="{4C707BC9-731A-490A-AF25-6F349FD9B02F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6:56:16.249" v="310"/>
          <ac:spMkLst>
            <pc:docMk/>
            <pc:sldMk cId="1661368993" sldId="284"/>
            <ac:spMk id="62" creationId="{3FD7C480-AC7D-4FEE-BB95-EEE23BB3E693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56:16.265" v="311"/>
          <ac:spMkLst>
            <pc:docMk/>
            <pc:sldMk cId="1661368993" sldId="284"/>
            <ac:spMk id="64" creationId="{435ADAF7-9BEB-4FA3-AE9F-4CF47620EB6A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56:16.265" v="311"/>
          <ac:spMkLst>
            <pc:docMk/>
            <pc:sldMk cId="1661368993" sldId="284"/>
            <ac:spMk id="65" creationId="{57BB0BA7-0383-4937-8874-B01AAA08E2CB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6:56:16.265" v="311"/>
          <ac:spMkLst>
            <pc:docMk/>
            <pc:sldMk cId="1661368993" sldId="284"/>
            <ac:spMk id="66" creationId="{ACD3AB31-A71C-4414-BA05-CF667CBA34D2}"/>
          </ac:spMkLst>
        </pc:spChg>
        <pc:picChg chg="add del mod ord">
          <ac:chgData name="ALINE FIRMINO BRITO" userId="S::aline.brito3@etec.sp.gov.br::45ce2542-c00e-407f-b180-58c8eda11f20" providerId="AD" clId="Web-{BFB2FC6F-C848-AE7E-BCEC-7887AF37F6AA}" dt="2024-01-05T16:42:32.293" v="157"/>
          <ac:picMkLst>
            <pc:docMk/>
            <pc:sldMk cId="1661368993" sldId="284"/>
            <ac:picMk id="5" creationId="{D54B8066-F295-6128-2225-DAAC478328D2}"/>
          </ac:picMkLst>
        </pc:picChg>
        <pc:picChg chg="add mod ord">
          <ac:chgData name="ALINE FIRMINO BRITO" userId="S::aline.brito3@etec.sp.gov.br::45ce2542-c00e-407f-b180-58c8eda11f20" providerId="AD" clId="Web-{BFB2FC6F-C848-AE7E-BCEC-7887AF37F6AA}" dt="2024-01-05T16:56:16.265" v="311"/>
          <ac:picMkLst>
            <pc:docMk/>
            <pc:sldMk cId="1661368993" sldId="284"/>
            <ac:picMk id="8" creationId="{7F14917C-7B25-CD1F-D777-ADDA6BA17517}"/>
          </ac:picMkLst>
        </pc:picChg>
        <pc:cxnChg chg="add del">
          <ac:chgData name="ALINE FIRMINO BRITO" userId="S::aline.brito3@etec.sp.gov.br::45ce2542-c00e-407f-b180-58c8eda11f20" providerId="AD" clId="Web-{BFB2FC6F-C848-AE7E-BCEC-7887AF37F6AA}" dt="2024-01-05T16:49:52.085" v="211"/>
          <ac:cxnSpMkLst>
            <pc:docMk/>
            <pc:sldMk cId="1661368993" sldId="284"/>
            <ac:cxnSpMk id="20" creationId="{EEA38897-7BA3-4408-8083-3235339C4A60}"/>
          </ac:cxnSpMkLst>
        </pc:cxnChg>
        <pc:cxnChg chg="add del">
          <ac:chgData name="ALINE FIRMINO BRITO" userId="S::aline.brito3@etec.sp.gov.br::45ce2542-c00e-407f-b180-58c8eda11f20" providerId="AD" clId="Web-{BFB2FC6F-C848-AE7E-BCEC-7887AF37F6AA}" dt="2024-01-05T16:49:52.085" v="211"/>
          <ac:cxnSpMkLst>
            <pc:docMk/>
            <pc:sldMk cId="1661368993" sldId="284"/>
            <ac:cxnSpMk id="21" creationId="{F11AD06B-AB20-4097-8606-5DA00DBACE88}"/>
          </ac:cxnSpMkLst>
        </pc:cxnChg>
        <pc:cxnChg chg="add del">
          <ac:chgData name="ALINE FIRMINO BRITO" userId="S::aline.brito3@etec.sp.gov.br::45ce2542-c00e-407f-b180-58c8eda11f20" providerId="AD" clId="Web-{BFB2FC6F-C848-AE7E-BCEC-7887AF37F6AA}" dt="2024-01-05T16:53:05.519" v="255"/>
          <ac:cxnSpMkLst>
            <pc:docMk/>
            <pc:sldMk cId="1661368993" sldId="284"/>
            <ac:cxnSpMk id="32" creationId="{EEA38897-7BA3-4408-8083-3235339C4A60}"/>
          </ac:cxnSpMkLst>
        </pc:cxnChg>
        <pc:cxnChg chg="add del">
          <ac:chgData name="ALINE FIRMINO BRITO" userId="S::aline.brito3@etec.sp.gov.br::45ce2542-c00e-407f-b180-58c8eda11f20" providerId="AD" clId="Web-{BFB2FC6F-C848-AE7E-BCEC-7887AF37F6AA}" dt="2024-01-05T16:53:05.519" v="255"/>
          <ac:cxnSpMkLst>
            <pc:docMk/>
            <pc:sldMk cId="1661368993" sldId="284"/>
            <ac:cxnSpMk id="34" creationId="{F11AD06B-AB20-4097-8606-5DA00DBACE88}"/>
          </ac:cxnSpMkLst>
        </pc:cxnChg>
      </pc:sldChg>
      <pc:sldChg chg="addSp delSp modSp new mod setBg modClrScheme chgLayout">
        <pc:chgData name="ALINE FIRMINO BRITO" userId="S::aline.brito3@etec.sp.gov.br::45ce2542-c00e-407f-b180-58c8eda11f20" providerId="AD" clId="Web-{BFB2FC6F-C848-AE7E-BCEC-7887AF37F6AA}" dt="2024-01-05T17:14:58.537" v="342" actId="20577"/>
        <pc:sldMkLst>
          <pc:docMk/>
          <pc:sldMk cId="1369063181" sldId="285"/>
        </pc:sldMkLst>
        <pc:spChg chg="mod ord">
          <ac:chgData name="ALINE FIRMINO BRITO" userId="S::aline.brito3@etec.sp.gov.br::45ce2542-c00e-407f-b180-58c8eda11f20" providerId="AD" clId="Web-{BFB2FC6F-C848-AE7E-BCEC-7887AF37F6AA}" dt="2024-01-05T17:14:37.021" v="341"/>
          <ac:spMkLst>
            <pc:docMk/>
            <pc:sldMk cId="1369063181" sldId="285"/>
            <ac:spMk id="2" creationId="{DCFC81D3-93CE-4E1D-3AF4-ADB7D8A6E5DB}"/>
          </ac:spMkLst>
        </pc:spChg>
        <pc:spChg chg="mod ord">
          <ac:chgData name="ALINE FIRMINO BRITO" userId="S::aline.brito3@etec.sp.gov.br::45ce2542-c00e-407f-b180-58c8eda11f20" providerId="AD" clId="Web-{BFB2FC6F-C848-AE7E-BCEC-7887AF37F6AA}" dt="2024-01-05T17:14:58.537" v="342" actId="20577"/>
          <ac:spMkLst>
            <pc:docMk/>
            <pc:sldMk cId="1369063181" sldId="285"/>
            <ac:spMk id="3" creationId="{B8811D74-7324-B49D-F96B-F945C0B1C1BE}"/>
          </ac:spMkLst>
        </pc:spChg>
        <pc:spChg chg="del">
          <ac:chgData name="ALINE FIRMINO BRITO" userId="S::aline.brito3@etec.sp.gov.br::45ce2542-c00e-407f-b180-58c8eda11f20" providerId="AD" clId="Web-{BFB2FC6F-C848-AE7E-BCEC-7887AF37F6AA}" dt="2024-01-05T17:12:35.126" v="313"/>
          <ac:spMkLst>
            <pc:docMk/>
            <pc:sldMk cId="1369063181" sldId="285"/>
            <ac:spMk id="4" creationId="{6774BD88-02A1-F53A-E21A-312D1729CD2F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7:14:27.739" v="338"/>
          <ac:spMkLst>
            <pc:docMk/>
            <pc:sldMk cId="1369063181" sldId="285"/>
            <ac:spMk id="9" creationId="{C0763A76-9F1C-4FC5-82B7-DD475DA461B2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7:14:27.739" v="338"/>
          <ac:spMkLst>
            <pc:docMk/>
            <pc:sldMk cId="1369063181" sldId="285"/>
            <ac:spMk id="11" creationId="{E81BF4F6-F2CF-4984-9D14-D6966D92F99F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7:14:37.005" v="340"/>
          <ac:spMkLst>
            <pc:docMk/>
            <pc:sldMk cId="1369063181" sldId="285"/>
            <ac:spMk id="13" creationId="{F944E337-3E5D-4A1F-A5A1-2057F25B8A7B}"/>
          </ac:spMkLst>
        </pc:spChg>
        <pc:spChg chg="add del">
          <ac:chgData name="ALINE FIRMINO BRITO" userId="S::aline.brito3@etec.sp.gov.br::45ce2542-c00e-407f-b180-58c8eda11f20" providerId="AD" clId="Web-{BFB2FC6F-C848-AE7E-BCEC-7887AF37F6AA}" dt="2024-01-05T17:14:37.005" v="340"/>
          <ac:spMkLst>
            <pc:docMk/>
            <pc:sldMk cId="1369063181" sldId="285"/>
            <ac:spMk id="14" creationId="{4DA50D69-7CF7-4844-B844-A2B821C77F24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7:14:37.021" v="341"/>
          <ac:spMkLst>
            <pc:docMk/>
            <pc:sldMk cId="1369063181" sldId="285"/>
            <ac:spMk id="17" creationId="{C0763A76-9F1C-4FC5-82B7-DD475DA461B2}"/>
          </ac:spMkLst>
        </pc:spChg>
        <pc:spChg chg="add">
          <ac:chgData name="ALINE FIRMINO BRITO" userId="S::aline.brito3@etec.sp.gov.br::45ce2542-c00e-407f-b180-58c8eda11f20" providerId="AD" clId="Web-{BFB2FC6F-C848-AE7E-BCEC-7887AF37F6AA}" dt="2024-01-05T17:14:37.021" v="341"/>
          <ac:spMkLst>
            <pc:docMk/>
            <pc:sldMk cId="1369063181" sldId="285"/>
            <ac:spMk id="18" creationId="{E81BF4F6-F2CF-4984-9D14-D6966D92F99F}"/>
          </ac:spMkLst>
        </pc:spChg>
        <pc:picChg chg="add del">
          <ac:chgData name="ALINE FIRMINO BRITO" userId="S::aline.brito3@etec.sp.gov.br::45ce2542-c00e-407f-b180-58c8eda11f20" providerId="AD" clId="Web-{BFB2FC6F-C848-AE7E-BCEC-7887AF37F6AA}" dt="2024-01-05T17:14:27.739" v="338"/>
          <ac:picMkLst>
            <pc:docMk/>
            <pc:sldMk cId="1369063181" sldId="285"/>
            <ac:picMk id="5" creationId="{B76E1087-1DD0-9369-747E-E5A616D802A3}"/>
          </ac:picMkLst>
        </pc:picChg>
        <pc:picChg chg="add del">
          <ac:chgData name="ALINE FIRMINO BRITO" userId="S::aline.brito3@etec.sp.gov.br::45ce2542-c00e-407f-b180-58c8eda11f20" providerId="AD" clId="Web-{BFB2FC6F-C848-AE7E-BCEC-7887AF37F6AA}" dt="2024-01-05T17:14:37.005" v="340"/>
          <ac:picMkLst>
            <pc:docMk/>
            <pc:sldMk cId="1369063181" sldId="285"/>
            <ac:picMk id="15" creationId="{87655980-B771-14B9-11E6-FC14F927A4E9}"/>
          </ac:picMkLst>
        </pc:picChg>
        <pc:picChg chg="add">
          <ac:chgData name="ALINE FIRMINO BRITO" userId="S::aline.brito3@etec.sp.gov.br::45ce2542-c00e-407f-b180-58c8eda11f20" providerId="AD" clId="Web-{BFB2FC6F-C848-AE7E-BCEC-7887AF37F6AA}" dt="2024-01-05T17:14:37.021" v="341"/>
          <ac:picMkLst>
            <pc:docMk/>
            <pc:sldMk cId="1369063181" sldId="285"/>
            <ac:picMk id="19" creationId="{B76E1087-1DD0-9369-747E-E5A616D802A3}"/>
          </ac:picMkLst>
        </pc:picChg>
      </pc:sldChg>
      <pc:sldChg chg="modSp new">
        <pc:chgData name="ALINE FIRMINO BRITO" userId="S::aline.brito3@etec.sp.gov.br::45ce2542-c00e-407f-b180-58c8eda11f20" providerId="AD" clId="Web-{BFB2FC6F-C848-AE7E-BCEC-7887AF37F6AA}" dt="2024-01-05T17:47:48.652" v="349" actId="20577"/>
        <pc:sldMkLst>
          <pc:docMk/>
          <pc:sldMk cId="3074795312" sldId="286"/>
        </pc:sldMkLst>
        <pc:spChg chg="mod">
          <ac:chgData name="ALINE FIRMINO BRITO" userId="S::aline.brito3@etec.sp.gov.br::45ce2542-c00e-407f-b180-58c8eda11f20" providerId="AD" clId="Web-{BFB2FC6F-C848-AE7E-BCEC-7887AF37F6AA}" dt="2024-01-05T17:47:48.652" v="349" actId="20577"/>
          <ac:spMkLst>
            <pc:docMk/>
            <pc:sldMk cId="3074795312" sldId="286"/>
            <ac:spMk id="3" creationId="{1715F4DA-F171-C108-69E9-81EEA7C37130}"/>
          </ac:spMkLst>
        </pc:spChg>
      </pc:sldChg>
      <pc:sldChg chg="new">
        <pc:chgData name="ALINE FIRMINO BRITO" userId="S::aline.brito3@etec.sp.gov.br::45ce2542-c00e-407f-b180-58c8eda11f20" providerId="AD" clId="Web-{BFB2FC6F-C848-AE7E-BCEC-7887AF37F6AA}" dt="2024-01-05T18:36:24.191" v="350"/>
        <pc:sldMkLst>
          <pc:docMk/>
          <pc:sldMk cId="651809392" sldId="287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065556-963B-9313-3CFE-F97C176828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FDA1CEE-46CD-0C0C-C145-B017A181E9C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50F7F49-F011-F483-8213-B1A34AA4A2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F0418F5-0CF8-D55D-C349-26B1555FB5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0689380-D1C2-E5FB-74AF-9DE979946E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7829904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BFEC01C-7915-3A0B-47CD-4F69F811B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010D3E2-8F31-A092-2AA7-C47BAAB22E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4A339850-39FC-8D19-DF69-FFF48BCAC9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59F841B-674C-636B-07EB-AC13A33E0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0DCAA1F-1796-520B-C8FE-970EFF333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944942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3BD022B-1B02-1AE1-2127-FBE27D9C0B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DFBF4D9-C7E6-92CB-F6AA-D649985CF6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5B0DBF5-17F8-3578-9830-85B12F5853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193C92B-6754-470D-2279-A085538F57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F425AD7D-49C0-E518-E255-C333499438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8352701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46356C-82C5-C3B1-632D-B684CE1B23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9BFD199-A200-4DD1-AE75-8074AB4798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56C87E9-D2FE-9BDF-E61F-5E3FDEC6080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61B90DB-61C7-251D-4442-1513903392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6B0672C2-C9FB-B58E-268D-0571E5DBA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4259D0BB-DE58-C395-C706-2647D86A4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774954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3CDE604-8F8B-87A9-C3AB-6D50041C63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832DA5C3-1D06-F3EE-0C7A-FDC1B5D6951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01CAE73D-332D-FB23-98F3-102E7F3AE1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7FE18E8-A18D-60C2-9650-FB5BD2530C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EEE81B9-E7FC-D30C-D1B4-6AB81B15A03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F5D961AE-4399-14D8-4A56-0847DAE0A1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AE934362-EEA3-E5CA-8B3B-EB0D3227A9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30C7F943-08E3-79BD-927D-8011DD900A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8804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94A84D-EB56-6790-9880-0BBC35289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77E77E30-BB3A-1C6A-E650-3109C3AEF1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6D2CADDA-7381-CFEE-247D-C95D4ACE0C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A8966EEF-2ED3-32A9-5837-234772B74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477842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B93EEB9F-BEA0-2218-23E2-5507A9DE32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EB68E457-6BBF-B1C1-39C6-F73FCD9660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D6CD636-3988-55DC-9313-A44031F0D7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90713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E125035-6B67-33F8-B260-0A16AA0307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6DF1826-ABAF-F4DB-E3A2-923AAA7C063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A957043-D2FC-E9C2-B9EC-9DEC66E09F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A430440C-CE14-9D18-DF90-CC6407B642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7E037359-7FCA-E2A5-52C1-D6A338723D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8E9690FE-DC1B-73C4-B633-9CCFF52D4A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100937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1C1A2C1-AD55-5DBF-EE66-E97663C1DC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C87931A2-0C4E-48E3-8A4D-29F6DCAB479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62693B5-CA5E-05A0-3AB4-C732AB99675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710F1E6-3B6A-B619-294D-F17D573A48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E8AA0DA-D23C-9166-107A-DD149DB58D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6651278-C23D-B47A-543F-92E6062E0D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277377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C3BC23-1CD8-9025-52B6-EF0B433328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8372215-876D-2867-5B2C-7194FBB293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4B57A71-E47A-9782-5567-8E0BE9B114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4D5AF37-DAE0-0FD7-F9AC-FEF0865A6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B7E069E-7273-75E7-5772-3F235EAC1A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360932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655797EC-0EF8-C1BB-C33A-2656B14790B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9C70717C-A1D9-73F8-7B0C-CCB5DE3587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B1D6231-DB8E-D4C4-B7A1-6F80EF187E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B7A37C2-800D-45D9-964C-EBC3226A1D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724BDCB-7EAF-0B77-D0F8-2F48C462D3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3220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F5CEDA6-450D-475B-B565-176925D122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A62091A-867A-402F-AD36-FF8FFC22E5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C251C4B-3F19-4DD4-9D99-FDEDD0891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E9DBE1-48AF-4BD4-A02D-63F0C448803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8FF4E5B-1016-466A-B4E7-253EE7B795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4D6F22C0-6CBC-4121-89D0-960BC27760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8EB8D-3EF0-4D84-9433-1D896A6F3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8710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9B3EBA16-3085-48B6-74C6-68444C4681B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D1004B0-0ACE-18BC-38CE-BB0233FDE1E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9F691F4-DE3F-6C33-F847-36DBC4950BC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B38BA6-DA15-4301-86AA-6450C75E5224}" type="datetimeFigureOut">
              <a:rPr lang="pt-BR" smtClean="0"/>
              <a:t>08/01/2024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7A5C0215-C65A-4E23-AE13-89C144613B9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7AE077-44A1-F213-8CFA-1C1D34F0AD4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817AE11-D06E-48E4-8F12-0533D54B9F47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526144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0F4016AC-0937-4052-A809-8B6AA254BE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CE87BD2D-BFD6-4C93-AED2-F54C4E1B4E4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/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1B572F3F-5130-43B7-8DC5-3C60DBF53F2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7E9DBE1-48AF-4BD4-A02D-63F0C4488038}" type="datetimeFigureOut">
              <a:rPr lang="en-US" smtClean="0"/>
              <a:t>1/8/2024</a:t>
            </a:fld>
            <a:endParaRPr lang="en-US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C1701B-15AE-420C-8869-31D9517357B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B066E24-A720-48FB-810E-3B0CAB99E2D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A8EB8D-3EF0-4D84-9433-1D896A6F3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1275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1.xml"/><Relationship Id="rId3" Type="http://schemas.openxmlformats.org/officeDocument/2006/relationships/image" Target="../media/image4.png"/><Relationship Id="rId7" Type="http://schemas.openxmlformats.org/officeDocument/2006/relationships/slide" Target="slide16.xm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slide" Target="slide10.xml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9" Type="http://schemas.openxmlformats.org/officeDocument/2006/relationships/slide" Target="slide2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eeksforgeeks.org/flutter-tutorial/" TargetMode="External"/><Relationship Id="rId2" Type="http://schemas.openxmlformats.org/officeDocument/2006/relationships/hyperlink" Target="https://kodestat.gitbook.io/flutter/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8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video" Target="../media/media1.mp4"/><Relationship Id="rId2" Type="http://schemas.microsoft.com/office/2007/relationships/media" Target="../media/media1.mp4"/><Relationship Id="rId1" Type="http://schemas.openxmlformats.org/officeDocument/2006/relationships/themeOverride" Target="../theme/themeOverride1.xml"/><Relationship Id="rId5" Type="http://schemas.openxmlformats.org/officeDocument/2006/relationships/image" Target="../media/image19.png"/><Relationship Id="rId4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8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jpe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jpe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32.png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hyperlink" Target="https://hackernoon.com/why-flutter-uses-dart-dd635a054ebf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A3363022-C969-41E9-8EB2-E4C94908C1F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1"/>
            <a:ext cx="12191695" cy="685202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8D1AD6B3-BE88-4CEB-BA17-790657CC472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2454291-4DB2-BEF7-A063-D2D136984D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590662" y="4267832"/>
            <a:ext cx="4805996" cy="1297115"/>
          </a:xfrm>
        </p:spPr>
        <p:txBody>
          <a:bodyPr anchor="t">
            <a:normAutofit/>
          </a:bodyPr>
          <a:lstStyle/>
          <a:p>
            <a:pPr algn="l"/>
            <a:r>
              <a:rPr lang="pt-BR" sz="4000">
                <a:solidFill>
                  <a:schemeClr val="tx2"/>
                </a:solidFill>
              </a:rPr>
              <a:t>Flutter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47EA3EB-7D49-CC01-17D1-A6CB9977F7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0966" y="3428999"/>
            <a:ext cx="4805691" cy="838831"/>
          </a:xfrm>
        </p:spPr>
        <p:txBody>
          <a:bodyPr anchor="b">
            <a:normAutofit/>
          </a:bodyPr>
          <a:lstStyle/>
          <a:p>
            <a:pPr algn="l"/>
            <a:endParaRPr lang="pt-BR" sz="2000">
              <a:solidFill>
                <a:schemeClr val="tx2"/>
              </a:solidFill>
            </a:endParaRPr>
          </a:p>
        </p:txBody>
      </p:sp>
      <p:pic>
        <p:nvPicPr>
          <p:cNvPr id="7" name="Graphic 6" descr="Beija-flor">
            <a:extLst>
              <a:ext uri="{FF2B5EF4-FFF2-40B4-BE49-F238E27FC236}">
                <a16:creationId xmlns:a16="http://schemas.microsoft.com/office/drawing/2014/main" id="{ACCE1A2B-0FCE-4F89-100B-EB5B25B357A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40470" y="1815320"/>
            <a:ext cx="4141760" cy="4141760"/>
          </a:xfrm>
          <a:custGeom>
            <a:avLst/>
            <a:gdLst/>
            <a:ahLst/>
            <a:cxnLst/>
            <a:rect l="l" t="t" r="r" b="b"/>
            <a:pathLst>
              <a:path w="4141760" h="4377846">
                <a:moveTo>
                  <a:pt x="0" y="0"/>
                </a:moveTo>
                <a:lnTo>
                  <a:pt x="4141760" y="0"/>
                </a:lnTo>
                <a:lnTo>
                  <a:pt x="4141760" y="4377846"/>
                </a:lnTo>
                <a:lnTo>
                  <a:pt x="0" y="4377846"/>
                </a:lnTo>
                <a:close/>
              </a:path>
            </a:pathLst>
          </a:custGeom>
        </p:spPr>
      </p:pic>
      <p:grpSp>
        <p:nvGrpSpPr>
          <p:cNvPr id="14" name="Group 13">
            <a:extLst>
              <a:ext uri="{FF2B5EF4-FFF2-40B4-BE49-F238E27FC236}">
                <a16:creationId xmlns:a16="http://schemas.microsoft.com/office/drawing/2014/main" id="{89D1390B-7E13-4B4F-9CB2-391063412E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-4253" y="-5977"/>
            <a:ext cx="6238675" cy="6863979"/>
            <a:chOff x="305" y="-5977"/>
            <a:chExt cx="6238675" cy="6863979"/>
          </a:xfrm>
        </p:grpSpPr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9E720206-AA49-4786-A932-A2650DE0918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34854"/>
              <a:ext cx="6028697" cy="6817170"/>
            </a:xfrm>
            <a:custGeom>
              <a:avLst/>
              <a:gdLst>
                <a:gd name="connsiteX0" fmla="*/ 6028697 w 6028697"/>
                <a:gd name="connsiteY0" fmla="*/ 6155323 h 6817170"/>
                <a:gd name="connsiteX1" fmla="*/ 6028697 w 6028697"/>
                <a:gd name="connsiteY1" fmla="*/ 6817170 h 6817170"/>
                <a:gd name="connsiteX2" fmla="*/ 5157862 w 6028697"/>
                <a:gd name="connsiteY2" fmla="*/ 6817170 h 6817170"/>
                <a:gd name="connsiteX3" fmla="*/ 5347156 w 6028697"/>
                <a:gd name="connsiteY3" fmla="*/ 6687553 h 6817170"/>
                <a:gd name="connsiteX4" fmla="*/ 5487470 w 6028697"/>
                <a:gd name="connsiteY4" fmla="*/ 6581714 h 6817170"/>
                <a:gd name="connsiteX5" fmla="*/ 5627642 w 6028697"/>
                <a:gd name="connsiteY5" fmla="*/ 6472328 h 6817170"/>
                <a:gd name="connsiteX6" fmla="*/ 5911392 w 6028697"/>
                <a:gd name="connsiteY6" fmla="*/ 6245328 h 6817170"/>
                <a:gd name="connsiteX7" fmla="*/ 4481066 w 6028697"/>
                <a:gd name="connsiteY7" fmla="*/ 478 h 6817170"/>
                <a:gd name="connsiteX8" fmla="*/ 4672258 w 6028697"/>
                <a:gd name="connsiteY8" fmla="*/ 7519 h 6817170"/>
                <a:gd name="connsiteX9" fmla="*/ 5429869 w 6028697"/>
                <a:gd name="connsiteY9" fmla="*/ 125134 h 6817170"/>
                <a:gd name="connsiteX10" fmla="*/ 5976319 w 6028697"/>
                <a:gd name="connsiteY10" fmla="*/ 314893 h 6817170"/>
                <a:gd name="connsiteX11" fmla="*/ 6028697 w 6028697"/>
                <a:gd name="connsiteY11" fmla="*/ 339901 h 6817170"/>
                <a:gd name="connsiteX12" fmla="*/ 6028697 w 6028697"/>
                <a:gd name="connsiteY12" fmla="*/ 732458 h 6817170"/>
                <a:gd name="connsiteX13" fmla="*/ 5990985 w 6028697"/>
                <a:gd name="connsiteY13" fmla="*/ 712211 h 6817170"/>
                <a:gd name="connsiteX14" fmla="*/ 5341339 w 6028697"/>
                <a:gd name="connsiteY14" fmla="*/ 475281 h 6817170"/>
                <a:gd name="connsiteX15" fmla="*/ 4651969 w 6028697"/>
                <a:gd name="connsiteY15" fmla="*/ 377104 h 6817170"/>
                <a:gd name="connsiteX16" fmla="*/ 3953093 w 6028697"/>
                <a:gd name="connsiteY16" fmla="*/ 402498 h 6817170"/>
                <a:gd name="connsiteX17" fmla="*/ 3267413 w 6028697"/>
                <a:gd name="connsiteY17" fmla="*/ 546643 h 6817170"/>
                <a:gd name="connsiteX18" fmla="*/ 1439498 w 6028697"/>
                <a:gd name="connsiteY18" fmla="*/ 1568141 h 6817170"/>
                <a:gd name="connsiteX19" fmla="*/ 960671 w 6028697"/>
                <a:gd name="connsiteY19" fmla="*/ 2082013 h 6817170"/>
                <a:gd name="connsiteX20" fmla="*/ 581866 w 6028697"/>
                <a:gd name="connsiteY20" fmla="*/ 2672638 h 6817170"/>
                <a:gd name="connsiteX21" fmla="*/ 324789 w 6028697"/>
                <a:gd name="connsiteY21" fmla="*/ 3325262 h 6817170"/>
                <a:gd name="connsiteX22" fmla="*/ 231151 w 6028697"/>
                <a:gd name="connsiteY22" fmla="*/ 4022292 h 6817170"/>
                <a:gd name="connsiteX23" fmla="*/ 270592 w 6028697"/>
                <a:gd name="connsiteY23" fmla="*/ 4362792 h 6817170"/>
                <a:gd name="connsiteX24" fmla="*/ 387213 w 6028697"/>
                <a:gd name="connsiteY24" fmla="*/ 4681585 h 6817170"/>
                <a:gd name="connsiteX25" fmla="*/ 468507 w 6028697"/>
                <a:gd name="connsiteY25" fmla="*/ 4831546 h 6817170"/>
                <a:gd name="connsiteX26" fmla="*/ 561862 w 6028697"/>
                <a:gd name="connsiteY26" fmla="*/ 4976826 h 6817170"/>
                <a:gd name="connsiteX27" fmla="*/ 777511 w 6028697"/>
                <a:gd name="connsiteY27" fmla="*/ 5257597 h 6817170"/>
                <a:gd name="connsiteX28" fmla="*/ 1010895 w 6028697"/>
                <a:gd name="connsiteY28" fmla="*/ 5540494 h 6817170"/>
                <a:gd name="connsiteX29" fmla="*/ 1126948 w 6028697"/>
                <a:gd name="connsiteY29" fmla="*/ 5688186 h 6817170"/>
                <a:gd name="connsiteX30" fmla="*/ 1182706 w 6028697"/>
                <a:gd name="connsiteY30" fmla="*/ 5760543 h 6817170"/>
                <a:gd name="connsiteX31" fmla="*/ 1237327 w 6028697"/>
                <a:gd name="connsiteY31" fmla="*/ 5830060 h 6817170"/>
                <a:gd name="connsiteX32" fmla="*/ 1706649 w 6028697"/>
                <a:gd name="connsiteY32" fmla="*/ 6342797 h 6817170"/>
                <a:gd name="connsiteX33" fmla="*/ 1956207 w 6028697"/>
                <a:gd name="connsiteY33" fmla="*/ 6573484 h 6817170"/>
                <a:gd name="connsiteX34" fmla="*/ 2217681 w 6028697"/>
                <a:gd name="connsiteY34" fmla="*/ 6786297 h 6817170"/>
                <a:gd name="connsiteX35" fmla="*/ 2260820 w 6028697"/>
                <a:gd name="connsiteY35" fmla="*/ 6817170 h 6817170"/>
                <a:gd name="connsiteX36" fmla="*/ 1429497 w 6028697"/>
                <a:gd name="connsiteY36" fmla="*/ 6817170 h 6817170"/>
                <a:gd name="connsiteX37" fmla="*/ 1327275 w 6028697"/>
                <a:gd name="connsiteY37" fmla="*/ 6713800 h 6817170"/>
                <a:gd name="connsiteX38" fmla="*/ 1080556 w 6028697"/>
                <a:gd name="connsiteY38" fmla="*/ 6414443 h 6817170"/>
                <a:gd name="connsiteX39" fmla="*/ 865189 w 6028697"/>
                <a:gd name="connsiteY39" fmla="*/ 6097496 h 6817170"/>
                <a:gd name="connsiteX40" fmla="*/ 814823 w 6028697"/>
                <a:gd name="connsiteY40" fmla="*/ 6016911 h 6817170"/>
                <a:gd name="connsiteX41" fmla="*/ 766729 w 6028697"/>
                <a:gd name="connsiteY41" fmla="*/ 5938453 h 6817170"/>
                <a:gd name="connsiteX42" fmla="*/ 671672 w 6028697"/>
                <a:gd name="connsiteY42" fmla="*/ 5786648 h 6817170"/>
                <a:gd name="connsiteX43" fmla="*/ 474608 w 6028697"/>
                <a:gd name="connsiteY43" fmla="*/ 5474664 h 6817170"/>
                <a:gd name="connsiteX44" fmla="*/ 282652 w 6028697"/>
                <a:gd name="connsiteY44" fmla="*/ 5146508 h 6817170"/>
                <a:gd name="connsiteX45" fmla="*/ 196108 w 6028697"/>
                <a:gd name="connsiteY45" fmla="*/ 4972712 h 6817170"/>
                <a:gd name="connsiteX46" fmla="*/ 122474 w 6028697"/>
                <a:gd name="connsiteY46" fmla="*/ 4791821 h 6817170"/>
                <a:gd name="connsiteX47" fmla="*/ 65724 w 6028697"/>
                <a:gd name="connsiteY47" fmla="*/ 4603129 h 6817170"/>
                <a:gd name="connsiteX48" fmla="*/ 44727 w 6028697"/>
                <a:gd name="connsiteY48" fmla="*/ 4506937 h 6817170"/>
                <a:gd name="connsiteX49" fmla="*/ 35505 w 6028697"/>
                <a:gd name="connsiteY49" fmla="*/ 4458699 h 6817170"/>
                <a:gd name="connsiteX50" fmla="*/ 27845 w 6028697"/>
                <a:gd name="connsiteY50" fmla="*/ 4410320 h 6817170"/>
                <a:gd name="connsiteX51" fmla="*/ 37 w 6028697"/>
                <a:gd name="connsiteY51" fmla="*/ 4022292 h 6817170"/>
                <a:gd name="connsiteX52" fmla="*/ 78777 w 6028697"/>
                <a:gd name="connsiteY52" fmla="*/ 3267236 h 6817170"/>
                <a:gd name="connsiteX53" fmla="*/ 315424 w 6028697"/>
                <a:gd name="connsiteY53" fmla="*/ 2543673 h 6817170"/>
                <a:gd name="connsiteX54" fmla="*/ 1202710 w 6028697"/>
                <a:gd name="connsiteY54" fmla="*/ 1314895 h 6817170"/>
                <a:gd name="connsiteX55" fmla="*/ 1791065 w 6028697"/>
                <a:gd name="connsiteY55" fmla="*/ 833514 h 6817170"/>
                <a:gd name="connsiteX56" fmla="*/ 3908404 w 6028697"/>
                <a:gd name="connsiteY56" fmla="*/ 29794 h 6817170"/>
                <a:gd name="connsiteX57" fmla="*/ 4481066 w 6028697"/>
                <a:gd name="connsiteY57" fmla="*/ 478 h 68171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</a:cxnLst>
              <a:rect l="l" t="t" r="r" b="b"/>
              <a:pathLst>
                <a:path w="6028697" h="6817170">
                  <a:moveTo>
                    <a:pt x="6028697" y="6155323"/>
                  </a:moveTo>
                  <a:lnTo>
                    <a:pt x="6028697" y="6817170"/>
                  </a:lnTo>
                  <a:lnTo>
                    <a:pt x="5157862" y="6817170"/>
                  </a:lnTo>
                  <a:lnTo>
                    <a:pt x="5347156" y="6687553"/>
                  </a:lnTo>
                  <a:cubicBezTo>
                    <a:pt x="5394117" y="6653219"/>
                    <a:pt x="5440793" y="6617608"/>
                    <a:pt x="5487470" y="6581714"/>
                  </a:cubicBezTo>
                  <a:cubicBezTo>
                    <a:pt x="5534147" y="6545820"/>
                    <a:pt x="5580966" y="6509358"/>
                    <a:pt x="5627642" y="6472328"/>
                  </a:cubicBezTo>
                  <a:lnTo>
                    <a:pt x="5911392" y="6245328"/>
                  </a:lnTo>
                  <a:close/>
                  <a:moveTo>
                    <a:pt x="4481066" y="478"/>
                  </a:moveTo>
                  <a:cubicBezTo>
                    <a:pt x="4544817" y="1422"/>
                    <a:pt x="4608563" y="3769"/>
                    <a:pt x="4672258" y="7519"/>
                  </a:cubicBezTo>
                  <a:cubicBezTo>
                    <a:pt x="4927973" y="22364"/>
                    <a:pt x="5181687" y="61751"/>
                    <a:pt x="5429869" y="125134"/>
                  </a:cubicBezTo>
                  <a:cubicBezTo>
                    <a:pt x="5617090" y="173104"/>
                    <a:pt x="5799867" y="236595"/>
                    <a:pt x="5976319" y="314893"/>
                  </a:cubicBezTo>
                  <a:lnTo>
                    <a:pt x="6028697" y="339901"/>
                  </a:lnTo>
                  <a:lnTo>
                    <a:pt x="6028697" y="732458"/>
                  </a:lnTo>
                  <a:lnTo>
                    <a:pt x="5990985" y="712211"/>
                  </a:lnTo>
                  <a:cubicBezTo>
                    <a:pt x="5783917" y="609342"/>
                    <a:pt x="5566013" y="529876"/>
                    <a:pt x="5341339" y="475281"/>
                  </a:cubicBezTo>
                  <a:cubicBezTo>
                    <a:pt x="5115233" y="420503"/>
                    <a:pt x="4884375" y="387624"/>
                    <a:pt x="4651969" y="377104"/>
                  </a:cubicBezTo>
                  <a:cubicBezTo>
                    <a:pt x="4418713" y="365171"/>
                    <a:pt x="4184861" y="373670"/>
                    <a:pt x="3953093" y="402498"/>
                  </a:cubicBezTo>
                  <a:cubicBezTo>
                    <a:pt x="3721001" y="431832"/>
                    <a:pt x="3491675" y="480040"/>
                    <a:pt x="3267413" y="546643"/>
                  </a:cubicBezTo>
                  <a:cubicBezTo>
                    <a:pt x="2591323" y="750761"/>
                    <a:pt x="1967642" y="1099289"/>
                    <a:pt x="1439498" y="1568141"/>
                  </a:cubicBezTo>
                  <a:cubicBezTo>
                    <a:pt x="1265589" y="1725523"/>
                    <a:pt x="1105393" y="1897434"/>
                    <a:pt x="960671" y="2082013"/>
                  </a:cubicBezTo>
                  <a:cubicBezTo>
                    <a:pt x="815775" y="2266294"/>
                    <a:pt x="688923" y="2464081"/>
                    <a:pt x="581866" y="2672638"/>
                  </a:cubicBezTo>
                  <a:cubicBezTo>
                    <a:pt x="473765" y="2880669"/>
                    <a:pt x="387610" y="3099397"/>
                    <a:pt x="324789" y="3325262"/>
                  </a:cubicBezTo>
                  <a:cubicBezTo>
                    <a:pt x="262714" y="3552403"/>
                    <a:pt x="231223" y="3786822"/>
                    <a:pt x="231151" y="4022292"/>
                  </a:cubicBezTo>
                  <a:cubicBezTo>
                    <a:pt x="231413" y="4136912"/>
                    <a:pt x="244645" y="4251136"/>
                    <a:pt x="270592" y="4362792"/>
                  </a:cubicBezTo>
                  <a:cubicBezTo>
                    <a:pt x="297885" y="4472943"/>
                    <a:pt x="336983" y="4579833"/>
                    <a:pt x="387213" y="4681585"/>
                  </a:cubicBezTo>
                  <a:cubicBezTo>
                    <a:pt x="412042" y="4732517"/>
                    <a:pt x="439423" y="4782457"/>
                    <a:pt x="468507" y="4831546"/>
                  </a:cubicBezTo>
                  <a:cubicBezTo>
                    <a:pt x="497591" y="4880636"/>
                    <a:pt x="529230" y="4929015"/>
                    <a:pt x="561862" y="4976826"/>
                  </a:cubicBezTo>
                  <a:cubicBezTo>
                    <a:pt x="627975" y="5072166"/>
                    <a:pt x="701466" y="5164668"/>
                    <a:pt x="777511" y="5257597"/>
                  </a:cubicBezTo>
                  <a:cubicBezTo>
                    <a:pt x="853556" y="5350524"/>
                    <a:pt x="933574" y="5443594"/>
                    <a:pt x="1010895" y="5540494"/>
                  </a:cubicBezTo>
                  <a:cubicBezTo>
                    <a:pt x="1049957" y="5588732"/>
                    <a:pt x="1088642" y="5637963"/>
                    <a:pt x="1126948" y="5688186"/>
                  </a:cubicBezTo>
                  <a:lnTo>
                    <a:pt x="1182706" y="5760543"/>
                  </a:lnTo>
                  <a:cubicBezTo>
                    <a:pt x="1201007" y="5783669"/>
                    <a:pt x="1218458" y="5807503"/>
                    <a:pt x="1237327" y="5830060"/>
                  </a:cubicBezTo>
                  <a:cubicBezTo>
                    <a:pt x="1383714" y="6009916"/>
                    <a:pt x="1540413" y="6181116"/>
                    <a:pt x="1706649" y="6342797"/>
                  </a:cubicBezTo>
                  <a:cubicBezTo>
                    <a:pt x="1788084" y="6422531"/>
                    <a:pt x="1871265" y="6499427"/>
                    <a:pt x="1956207" y="6573484"/>
                  </a:cubicBezTo>
                  <a:cubicBezTo>
                    <a:pt x="2041332" y="6647402"/>
                    <a:pt x="2127733" y="6718907"/>
                    <a:pt x="2217681" y="6786297"/>
                  </a:cubicBezTo>
                  <a:lnTo>
                    <a:pt x="2260820" y="6817170"/>
                  </a:lnTo>
                  <a:lnTo>
                    <a:pt x="1429497" y="6817170"/>
                  </a:lnTo>
                  <a:lnTo>
                    <a:pt x="1327275" y="6713800"/>
                  </a:lnTo>
                  <a:cubicBezTo>
                    <a:pt x="1239186" y="6618984"/>
                    <a:pt x="1156797" y="6519019"/>
                    <a:pt x="1080556" y="6414443"/>
                  </a:cubicBezTo>
                  <a:cubicBezTo>
                    <a:pt x="1004653" y="6310734"/>
                    <a:pt x="932439" y="6205177"/>
                    <a:pt x="865189" y="6097496"/>
                  </a:cubicBezTo>
                  <a:cubicBezTo>
                    <a:pt x="847881" y="6070823"/>
                    <a:pt x="831565" y="6043725"/>
                    <a:pt x="814823" y="6016911"/>
                  </a:cubicBezTo>
                  <a:lnTo>
                    <a:pt x="766729" y="5938453"/>
                  </a:lnTo>
                  <a:cubicBezTo>
                    <a:pt x="735941" y="5887947"/>
                    <a:pt x="703878" y="5837581"/>
                    <a:pt x="671672" y="5786648"/>
                  </a:cubicBezTo>
                  <a:lnTo>
                    <a:pt x="474608" y="5474664"/>
                  </a:lnTo>
                  <a:cubicBezTo>
                    <a:pt x="408778" y="5368968"/>
                    <a:pt x="343516" y="5260008"/>
                    <a:pt x="282652" y="5146508"/>
                  </a:cubicBezTo>
                  <a:cubicBezTo>
                    <a:pt x="252290" y="5089759"/>
                    <a:pt x="223065" y="5032015"/>
                    <a:pt x="196108" y="4972712"/>
                  </a:cubicBezTo>
                  <a:cubicBezTo>
                    <a:pt x="169152" y="4913408"/>
                    <a:pt x="144607" y="4853111"/>
                    <a:pt x="122474" y="4791821"/>
                  </a:cubicBezTo>
                  <a:cubicBezTo>
                    <a:pt x="100342" y="4730532"/>
                    <a:pt x="81757" y="4666830"/>
                    <a:pt x="65724" y="4603129"/>
                  </a:cubicBezTo>
                  <a:cubicBezTo>
                    <a:pt x="58205" y="4571064"/>
                    <a:pt x="50828" y="4539143"/>
                    <a:pt x="44727" y="4506937"/>
                  </a:cubicBezTo>
                  <a:lnTo>
                    <a:pt x="35505" y="4458699"/>
                  </a:lnTo>
                  <a:lnTo>
                    <a:pt x="27845" y="4410320"/>
                  </a:lnTo>
                  <a:cubicBezTo>
                    <a:pt x="8635" y="4281881"/>
                    <a:pt x="-661" y="4152150"/>
                    <a:pt x="37" y="4022292"/>
                  </a:cubicBezTo>
                  <a:cubicBezTo>
                    <a:pt x="712" y="3768592"/>
                    <a:pt x="27094" y="3515615"/>
                    <a:pt x="78777" y="3267236"/>
                  </a:cubicBezTo>
                  <a:cubicBezTo>
                    <a:pt x="130048" y="3017876"/>
                    <a:pt x="209439" y="2775142"/>
                    <a:pt x="315424" y="2543673"/>
                  </a:cubicBezTo>
                  <a:cubicBezTo>
                    <a:pt x="528236" y="2081161"/>
                    <a:pt x="838234" y="1667312"/>
                    <a:pt x="1202710" y="1314895"/>
                  </a:cubicBezTo>
                  <a:cubicBezTo>
                    <a:pt x="1385514" y="1138814"/>
                    <a:pt x="1582282" y="977831"/>
                    <a:pt x="1791065" y="833514"/>
                  </a:cubicBezTo>
                  <a:cubicBezTo>
                    <a:pt x="2420037" y="395614"/>
                    <a:pt x="3147288" y="119557"/>
                    <a:pt x="3908404" y="29794"/>
                  </a:cubicBezTo>
                  <a:cubicBezTo>
                    <a:pt x="4098509" y="7429"/>
                    <a:pt x="4289811" y="-2355"/>
                    <a:pt x="4481066" y="478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72F6EE6-EDE9-45A5-8F6D-02B9B7CB2C2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1"/>
              <a:ext cx="6165116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C093DC50-3BD7-46B1-A300-CD207E152FF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flipH="1">
              <a:off x="305" y="-5977"/>
              <a:ext cx="6238675" cy="6858001"/>
            </a:xfrm>
            <a:custGeom>
              <a:avLst/>
              <a:gdLst>
                <a:gd name="connsiteX0" fmla="*/ 6264586 w 6264586"/>
                <a:gd name="connsiteY0" fmla="*/ 6646464 h 6858001"/>
                <a:gd name="connsiteX1" fmla="*/ 6264586 w 6264586"/>
                <a:gd name="connsiteY1" fmla="*/ 6858001 h 6858001"/>
                <a:gd name="connsiteX2" fmla="*/ 5997170 w 6264586"/>
                <a:gd name="connsiteY2" fmla="*/ 6858001 h 6858001"/>
                <a:gd name="connsiteX3" fmla="*/ 6121512 w 6264586"/>
                <a:gd name="connsiteY3" fmla="*/ 6761029 h 6858001"/>
                <a:gd name="connsiteX4" fmla="*/ 2693206 w 6264586"/>
                <a:gd name="connsiteY4" fmla="*/ 0 h 6858001"/>
                <a:gd name="connsiteX5" fmla="*/ 5872285 w 6264586"/>
                <a:gd name="connsiteY5" fmla="*/ 0 h 6858001"/>
                <a:gd name="connsiteX6" fmla="*/ 6024875 w 6264586"/>
                <a:gd name="connsiteY6" fmla="*/ 68385 h 6858001"/>
                <a:gd name="connsiteX7" fmla="*/ 6206432 w 6264586"/>
                <a:gd name="connsiteY7" fmla="*/ 162336 h 6858001"/>
                <a:gd name="connsiteX8" fmla="*/ 6264586 w 6264586"/>
                <a:gd name="connsiteY8" fmla="*/ 196704 h 6858001"/>
                <a:gd name="connsiteX9" fmla="*/ 6264586 w 6264586"/>
                <a:gd name="connsiteY9" fmla="*/ 537242 h 6858001"/>
                <a:gd name="connsiteX10" fmla="*/ 6230189 w 6264586"/>
                <a:gd name="connsiteY10" fmla="*/ 517260 h 6858001"/>
                <a:gd name="connsiteX11" fmla="*/ 5540536 w 6264586"/>
                <a:gd name="connsiteY11" fmla="*/ 249543 h 6858001"/>
                <a:gd name="connsiteX12" fmla="*/ 5178896 w 6264586"/>
                <a:gd name="connsiteY12" fmla="*/ 178606 h 6858001"/>
                <a:gd name="connsiteX13" fmla="*/ 4814279 w 6264586"/>
                <a:gd name="connsiteY13" fmla="*/ 146683 h 6858001"/>
                <a:gd name="connsiteX14" fmla="*/ 4655095 w 6264586"/>
                <a:gd name="connsiteY14" fmla="*/ 143421 h 6858001"/>
                <a:gd name="connsiteX15" fmla="*/ 4081069 w 6264586"/>
                <a:gd name="connsiteY15" fmla="*/ 185983 h 6858001"/>
                <a:gd name="connsiteX16" fmla="*/ 3720566 w 6264586"/>
                <a:gd name="connsiteY16" fmla="*/ 256921 h 6858001"/>
                <a:gd name="connsiteX17" fmla="*/ 3365879 w 6264586"/>
                <a:gd name="connsiteY17" fmla="*/ 357651 h 6858001"/>
                <a:gd name="connsiteX18" fmla="*/ 3020555 w 6264586"/>
                <a:gd name="connsiteY18" fmla="*/ 486190 h 6858001"/>
                <a:gd name="connsiteX19" fmla="*/ 2685163 w 6264586"/>
                <a:gd name="connsiteY19" fmla="*/ 641542 h 6858001"/>
                <a:gd name="connsiteX20" fmla="*/ 2047720 w 6264586"/>
                <a:gd name="connsiteY20" fmla="*/ 1025030 h 6858001"/>
                <a:gd name="connsiteX21" fmla="*/ 1897333 w 6264586"/>
                <a:gd name="connsiteY21" fmla="*/ 1134983 h 6858001"/>
                <a:gd name="connsiteX22" fmla="*/ 1835758 w 6264586"/>
                <a:gd name="connsiteY22" fmla="*/ 1182227 h 6858001"/>
                <a:gd name="connsiteX23" fmla="*/ 1823273 w 6264586"/>
                <a:gd name="connsiteY23" fmla="*/ 1192016 h 6858001"/>
                <a:gd name="connsiteX24" fmla="*/ 1750918 w 6264586"/>
                <a:gd name="connsiteY24" fmla="*/ 1249760 h 6858001"/>
                <a:gd name="connsiteX25" fmla="*/ 1469297 w 6264586"/>
                <a:gd name="connsiteY25" fmla="*/ 1496906 h 6858001"/>
                <a:gd name="connsiteX26" fmla="*/ 967769 w 6264586"/>
                <a:gd name="connsiteY26" fmla="*/ 2056602 h 6858001"/>
                <a:gd name="connsiteX27" fmla="*/ 754105 w 6264586"/>
                <a:gd name="connsiteY27" fmla="*/ 2368727 h 6858001"/>
                <a:gd name="connsiteX28" fmla="*/ 572364 w 6264586"/>
                <a:gd name="connsiteY28" fmla="*/ 2701140 h 6858001"/>
                <a:gd name="connsiteX29" fmla="*/ 532497 w 6264586"/>
                <a:gd name="connsiteY29" fmla="*/ 2786265 h 6858001"/>
                <a:gd name="connsiteX30" fmla="*/ 512918 w 6264586"/>
                <a:gd name="connsiteY30" fmla="*/ 2828827 h 6858001"/>
                <a:gd name="connsiteX31" fmla="*/ 494475 w 6264586"/>
                <a:gd name="connsiteY31" fmla="*/ 2872240 h 6858001"/>
                <a:gd name="connsiteX32" fmla="*/ 491637 w 6264586"/>
                <a:gd name="connsiteY32" fmla="*/ 2878908 h 6858001"/>
                <a:gd name="connsiteX33" fmla="*/ 459290 w 6264586"/>
                <a:gd name="connsiteY33" fmla="*/ 2959635 h 6858001"/>
                <a:gd name="connsiteX34" fmla="*/ 446805 w 6264586"/>
                <a:gd name="connsiteY34" fmla="*/ 2992408 h 6858001"/>
                <a:gd name="connsiteX35" fmla="*/ 426090 w 6264586"/>
                <a:gd name="connsiteY35" fmla="*/ 3049158 h 6858001"/>
                <a:gd name="connsiteX36" fmla="*/ 426090 w 6264586"/>
                <a:gd name="connsiteY36" fmla="*/ 3049867 h 6858001"/>
                <a:gd name="connsiteX37" fmla="*/ 318124 w 6264586"/>
                <a:gd name="connsiteY37" fmla="*/ 3414202 h 6858001"/>
                <a:gd name="connsiteX38" fmla="*/ 230729 w 6264586"/>
                <a:gd name="connsiteY38" fmla="*/ 4169260 h 6858001"/>
                <a:gd name="connsiteX39" fmla="*/ 268893 w 6264586"/>
                <a:gd name="connsiteY39" fmla="*/ 4544236 h 6858001"/>
                <a:gd name="connsiteX40" fmla="*/ 379840 w 6264586"/>
                <a:gd name="connsiteY40" fmla="*/ 4900056 h 6858001"/>
                <a:gd name="connsiteX41" fmla="*/ 406512 w 6264586"/>
                <a:gd name="connsiteY41" fmla="*/ 4960211 h 6858001"/>
                <a:gd name="connsiteX42" fmla="*/ 417862 w 6264586"/>
                <a:gd name="connsiteY42" fmla="*/ 4984613 h 6858001"/>
                <a:gd name="connsiteX43" fmla="*/ 428077 w 6264586"/>
                <a:gd name="connsiteY43" fmla="*/ 5005043 h 6858001"/>
                <a:gd name="connsiteX44" fmla="*/ 460140 w 6264586"/>
                <a:gd name="connsiteY44" fmla="*/ 5067327 h 6858001"/>
                <a:gd name="connsiteX45" fmla="*/ 555197 w 6264586"/>
                <a:gd name="connsiteY45" fmla="*/ 5229773 h 6858001"/>
                <a:gd name="connsiteX46" fmla="*/ 660611 w 6264586"/>
                <a:gd name="connsiteY46" fmla="*/ 5387396 h 6858001"/>
                <a:gd name="connsiteX47" fmla="*/ 774110 w 6264586"/>
                <a:gd name="connsiteY47" fmla="*/ 5542182 h 6858001"/>
                <a:gd name="connsiteX48" fmla="*/ 917829 w 6264586"/>
                <a:gd name="connsiteY48" fmla="*/ 5727896 h 6858001"/>
                <a:gd name="connsiteX49" fmla="*/ 1012885 w 6264586"/>
                <a:gd name="connsiteY49" fmla="*/ 5849767 h 6858001"/>
                <a:gd name="connsiteX50" fmla="*/ 1133053 w 6264586"/>
                <a:gd name="connsiteY50" fmla="*/ 6006822 h 6858001"/>
                <a:gd name="connsiteX51" fmla="*/ 1194343 w 6264586"/>
                <a:gd name="connsiteY51" fmla="*/ 6090245 h 6858001"/>
                <a:gd name="connsiteX52" fmla="*/ 1249390 w 6264586"/>
                <a:gd name="connsiteY52" fmla="*/ 6165155 h 6858001"/>
                <a:gd name="connsiteX53" fmla="*/ 1345724 w 6264586"/>
                <a:gd name="connsiteY53" fmla="*/ 6292132 h 6858001"/>
                <a:gd name="connsiteX54" fmla="*/ 1364310 w 6264586"/>
                <a:gd name="connsiteY54" fmla="*/ 6316251 h 6858001"/>
                <a:gd name="connsiteX55" fmla="*/ 1373673 w 6264586"/>
                <a:gd name="connsiteY55" fmla="*/ 6327885 h 6858001"/>
                <a:gd name="connsiteX56" fmla="*/ 1484619 w 6264586"/>
                <a:gd name="connsiteY56" fmla="*/ 6462240 h 6858001"/>
                <a:gd name="connsiteX57" fmla="*/ 1739000 w 6264586"/>
                <a:gd name="connsiteY57" fmla="*/ 6737335 h 6858001"/>
                <a:gd name="connsiteX58" fmla="*/ 1866801 w 6264586"/>
                <a:gd name="connsiteY58" fmla="*/ 6858001 h 6858001"/>
                <a:gd name="connsiteX59" fmla="*/ 1144149 w 6264586"/>
                <a:gd name="connsiteY59" fmla="*/ 6858001 h 6858001"/>
                <a:gd name="connsiteX60" fmla="*/ 1058349 w 6264586"/>
                <a:gd name="connsiteY60" fmla="*/ 6766452 h 6858001"/>
                <a:gd name="connsiteX61" fmla="*/ 580309 w 6264586"/>
                <a:gd name="connsiteY61" fmla="*/ 6105000 h 6858001"/>
                <a:gd name="connsiteX62" fmla="*/ 1 w 6264586"/>
                <a:gd name="connsiteY62" fmla="*/ 3960094 h 6858001"/>
                <a:gd name="connsiteX63" fmla="*/ 2599292 w 6264586"/>
                <a:gd name="connsiteY63" fmla="*/ 37050 h 68580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6264586" h="6858001">
                  <a:moveTo>
                    <a:pt x="6264586" y="6646464"/>
                  </a:moveTo>
                  <a:lnTo>
                    <a:pt x="6264586" y="6858001"/>
                  </a:lnTo>
                  <a:lnTo>
                    <a:pt x="5997170" y="6858001"/>
                  </a:lnTo>
                  <a:lnTo>
                    <a:pt x="6121512" y="6761029"/>
                  </a:lnTo>
                  <a:close/>
                  <a:moveTo>
                    <a:pt x="2693206" y="0"/>
                  </a:moveTo>
                  <a:lnTo>
                    <a:pt x="5872285" y="0"/>
                  </a:lnTo>
                  <a:lnTo>
                    <a:pt x="6024875" y="68385"/>
                  </a:lnTo>
                  <a:cubicBezTo>
                    <a:pt x="6086250" y="97989"/>
                    <a:pt x="6146793" y="129318"/>
                    <a:pt x="6206432" y="162336"/>
                  </a:cubicBezTo>
                  <a:lnTo>
                    <a:pt x="6264586" y="196704"/>
                  </a:lnTo>
                  <a:lnTo>
                    <a:pt x="6264586" y="537242"/>
                  </a:lnTo>
                  <a:lnTo>
                    <a:pt x="6230189" y="517260"/>
                  </a:lnTo>
                  <a:cubicBezTo>
                    <a:pt x="6012226" y="399931"/>
                    <a:pt x="5780573" y="310008"/>
                    <a:pt x="5540536" y="249543"/>
                  </a:cubicBezTo>
                  <a:cubicBezTo>
                    <a:pt x="5421375" y="219324"/>
                    <a:pt x="5300641" y="195644"/>
                    <a:pt x="5178896" y="178606"/>
                  </a:cubicBezTo>
                  <a:cubicBezTo>
                    <a:pt x="5057977" y="161840"/>
                    <a:pt x="4936276" y="151186"/>
                    <a:pt x="4814279" y="146683"/>
                  </a:cubicBezTo>
                  <a:cubicBezTo>
                    <a:pt x="4761501" y="144556"/>
                    <a:pt x="4708015" y="143421"/>
                    <a:pt x="4655095" y="143421"/>
                  </a:cubicBezTo>
                  <a:cubicBezTo>
                    <a:pt x="4462968" y="143573"/>
                    <a:pt x="4271111" y="157799"/>
                    <a:pt x="4081069" y="185983"/>
                  </a:cubicBezTo>
                  <a:cubicBezTo>
                    <a:pt x="3956361" y="205703"/>
                    <a:pt x="3835058" y="229396"/>
                    <a:pt x="3720566" y="256921"/>
                  </a:cubicBezTo>
                  <a:cubicBezTo>
                    <a:pt x="3596708" y="286714"/>
                    <a:pt x="3477677" y="320905"/>
                    <a:pt x="3365879" y="357651"/>
                  </a:cubicBezTo>
                  <a:cubicBezTo>
                    <a:pt x="3249257" y="395958"/>
                    <a:pt x="3133487" y="438945"/>
                    <a:pt x="3020555" y="486190"/>
                  </a:cubicBezTo>
                  <a:cubicBezTo>
                    <a:pt x="2907623" y="533434"/>
                    <a:pt x="2794832" y="585786"/>
                    <a:pt x="2685163" y="641542"/>
                  </a:cubicBezTo>
                  <a:cubicBezTo>
                    <a:pt x="2463995" y="754348"/>
                    <a:pt x="2250998" y="882488"/>
                    <a:pt x="2047720" y="1025030"/>
                  </a:cubicBezTo>
                  <a:cubicBezTo>
                    <a:pt x="2006151" y="1054399"/>
                    <a:pt x="1951528" y="1093415"/>
                    <a:pt x="1897333" y="1134983"/>
                  </a:cubicBezTo>
                  <a:cubicBezTo>
                    <a:pt x="1876761" y="1150164"/>
                    <a:pt x="1855905" y="1166479"/>
                    <a:pt x="1835758" y="1182227"/>
                  </a:cubicBezTo>
                  <a:lnTo>
                    <a:pt x="1823273" y="1192016"/>
                  </a:lnTo>
                  <a:cubicBezTo>
                    <a:pt x="1797027" y="1211879"/>
                    <a:pt x="1772057" y="1232309"/>
                    <a:pt x="1750918" y="1249760"/>
                  </a:cubicBezTo>
                  <a:cubicBezTo>
                    <a:pt x="1645931" y="1335737"/>
                    <a:pt x="1554422" y="1416605"/>
                    <a:pt x="1469297" y="1496906"/>
                  </a:cubicBezTo>
                  <a:cubicBezTo>
                    <a:pt x="1286595" y="1668957"/>
                    <a:pt x="1118818" y="1856190"/>
                    <a:pt x="967769" y="2056602"/>
                  </a:cubicBezTo>
                  <a:cubicBezTo>
                    <a:pt x="890731" y="2159603"/>
                    <a:pt x="818800" y="2264590"/>
                    <a:pt x="754105" y="2368727"/>
                  </a:cubicBezTo>
                  <a:cubicBezTo>
                    <a:pt x="681749" y="2488328"/>
                    <a:pt x="622304" y="2596720"/>
                    <a:pt x="572364" y="2701140"/>
                  </a:cubicBezTo>
                  <a:cubicBezTo>
                    <a:pt x="557609" y="2730507"/>
                    <a:pt x="543989" y="2760443"/>
                    <a:pt x="532497" y="2786265"/>
                  </a:cubicBezTo>
                  <a:lnTo>
                    <a:pt x="512918" y="2828827"/>
                  </a:lnTo>
                  <a:lnTo>
                    <a:pt x="494475" y="2872240"/>
                  </a:lnTo>
                  <a:lnTo>
                    <a:pt x="491637" y="2878908"/>
                  </a:lnTo>
                  <a:cubicBezTo>
                    <a:pt x="480146" y="2906575"/>
                    <a:pt x="469220" y="2932821"/>
                    <a:pt x="459290" y="2959635"/>
                  </a:cubicBezTo>
                  <a:cubicBezTo>
                    <a:pt x="455176" y="2970559"/>
                    <a:pt x="451060" y="2981484"/>
                    <a:pt x="446805" y="2992408"/>
                  </a:cubicBezTo>
                  <a:cubicBezTo>
                    <a:pt x="439427" y="3012412"/>
                    <a:pt x="432333" y="3030572"/>
                    <a:pt x="426090" y="3049158"/>
                  </a:cubicBezTo>
                  <a:lnTo>
                    <a:pt x="426090" y="3049867"/>
                  </a:lnTo>
                  <a:cubicBezTo>
                    <a:pt x="383010" y="3169099"/>
                    <a:pt x="346959" y="3290756"/>
                    <a:pt x="318124" y="3414202"/>
                  </a:cubicBezTo>
                  <a:cubicBezTo>
                    <a:pt x="260107" y="3661703"/>
                    <a:pt x="230780" y="3915049"/>
                    <a:pt x="230729" y="4169260"/>
                  </a:cubicBezTo>
                  <a:cubicBezTo>
                    <a:pt x="231621" y="4295173"/>
                    <a:pt x="244398" y="4420719"/>
                    <a:pt x="268893" y="4544236"/>
                  </a:cubicBezTo>
                  <a:cubicBezTo>
                    <a:pt x="293708" y="4666304"/>
                    <a:pt x="330882" y="4785521"/>
                    <a:pt x="379840" y="4900056"/>
                  </a:cubicBezTo>
                  <a:cubicBezTo>
                    <a:pt x="387926" y="4919919"/>
                    <a:pt x="397006" y="4939498"/>
                    <a:pt x="406512" y="4960211"/>
                  </a:cubicBezTo>
                  <a:cubicBezTo>
                    <a:pt x="410343" y="4968299"/>
                    <a:pt x="414173" y="4976385"/>
                    <a:pt x="417862" y="4984613"/>
                  </a:cubicBezTo>
                  <a:lnTo>
                    <a:pt x="428077" y="5005043"/>
                  </a:lnTo>
                  <a:cubicBezTo>
                    <a:pt x="438860" y="5026751"/>
                    <a:pt x="449075" y="5047181"/>
                    <a:pt x="460140" y="5067327"/>
                  </a:cubicBezTo>
                  <a:cubicBezTo>
                    <a:pt x="485536" y="5116273"/>
                    <a:pt x="514763" y="5165789"/>
                    <a:pt x="555197" y="5229773"/>
                  </a:cubicBezTo>
                  <a:cubicBezTo>
                    <a:pt x="586836" y="5280282"/>
                    <a:pt x="620318" y="5329511"/>
                    <a:pt x="660611" y="5387396"/>
                  </a:cubicBezTo>
                  <a:cubicBezTo>
                    <a:pt x="698065" y="5440741"/>
                    <a:pt x="737223" y="5493094"/>
                    <a:pt x="774110" y="5542182"/>
                  </a:cubicBezTo>
                  <a:cubicBezTo>
                    <a:pt x="821070" y="5604324"/>
                    <a:pt x="870301" y="5667173"/>
                    <a:pt x="917829" y="5727896"/>
                  </a:cubicBezTo>
                  <a:cubicBezTo>
                    <a:pt x="949042" y="5767762"/>
                    <a:pt x="979828" y="5807063"/>
                    <a:pt x="1012885" y="5849767"/>
                  </a:cubicBezTo>
                  <a:cubicBezTo>
                    <a:pt x="1045942" y="5892471"/>
                    <a:pt x="1089497" y="5948796"/>
                    <a:pt x="1133053" y="6006822"/>
                  </a:cubicBezTo>
                  <a:cubicBezTo>
                    <a:pt x="1153624" y="6034345"/>
                    <a:pt x="1175332" y="6063998"/>
                    <a:pt x="1194343" y="6090245"/>
                  </a:cubicBezTo>
                  <a:cubicBezTo>
                    <a:pt x="1213355" y="6116491"/>
                    <a:pt x="1231372" y="6141178"/>
                    <a:pt x="1249390" y="6165155"/>
                  </a:cubicBezTo>
                  <a:cubicBezTo>
                    <a:pt x="1280461" y="6208000"/>
                    <a:pt x="1313659" y="6250847"/>
                    <a:pt x="1345724" y="6292132"/>
                  </a:cubicBezTo>
                  <a:lnTo>
                    <a:pt x="1364310" y="6316251"/>
                  </a:lnTo>
                  <a:lnTo>
                    <a:pt x="1373673" y="6327885"/>
                  </a:lnTo>
                  <a:cubicBezTo>
                    <a:pt x="1409566" y="6372433"/>
                    <a:pt x="1446738" y="6418542"/>
                    <a:pt x="1484619" y="6462240"/>
                  </a:cubicBezTo>
                  <a:cubicBezTo>
                    <a:pt x="1567899" y="6559850"/>
                    <a:pt x="1653876" y="6652211"/>
                    <a:pt x="1739000" y="6737335"/>
                  </a:cubicBezTo>
                  <a:lnTo>
                    <a:pt x="1866801" y="6858001"/>
                  </a:lnTo>
                  <a:lnTo>
                    <a:pt x="1144149" y="6858001"/>
                  </a:lnTo>
                  <a:lnTo>
                    <a:pt x="1058349" y="6766452"/>
                  </a:lnTo>
                  <a:cubicBezTo>
                    <a:pt x="878978" y="6562465"/>
                    <a:pt x="718756" y="6341104"/>
                    <a:pt x="580309" y="6105000"/>
                  </a:cubicBezTo>
                  <a:cubicBezTo>
                    <a:pt x="200401" y="5454007"/>
                    <a:pt x="146" y="4713831"/>
                    <a:pt x="1" y="3960094"/>
                  </a:cubicBezTo>
                  <a:cubicBezTo>
                    <a:pt x="-335" y="2196754"/>
                    <a:pt x="1071479" y="683605"/>
                    <a:pt x="2599292" y="37050"/>
                  </a:cubicBezTo>
                  <a:close/>
                </a:path>
              </a:pathLst>
            </a:custGeom>
            <a:gradFill>
              <a:gsLst>
                <a:gs pos="2000">
                  <a:schemeClr val="bg1">
                    <a:alpha val="10000"/>
                  </a:schemeClr>
                </a:gs>
                <a:gs pos="16000">
                  <a:schemeClr val="accent6">
                    <a:alpha val="10000"/>
                  </a:schemeClr>
                </a:gs>
                <a:gs pos="100000">
                  <a:schemeClr val="bg1">
                    <a:alpha val="10000"/>
                  </a:schemeClr>
                </a:gs>
                <a:gs pos="85000">
                  <a:schemeClr val="accent1">
                    <a:alpha val="10000"/>
                  </a:schemeClr>
                </a:gs>
              </a:gsLst>
              <a:lin ang="120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27273136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A0CC5F8-4186-6378-1AF8-F2DA3DC5C4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mc:AlternateContent xmlns:mc="http://schemas.openxmlformats.org/markup-compatibility/2006">
        <mc:Choice xmlns:psuz="http://schemas.microsoft.com/office/powerpoint/2016/summaryzoom" Requires="psuz">
          <p:graphicFrame>
            <p:nvGraphicFramePr>
              <p:cNvPr id="5" name="Zoom do Resumo 4">
                <a:extLst>
                  <a:ext uri="{FF2B5EF4-FFF2-40B4-BE49-F238E27FC236}">
                    <a16:creationId xmlns:a16="http://schemas.microsoft.com/office/drawing/2014/main" id="{89B35EEF-34B6-2B32-260C-92E3F4375050}"/>
                  </a:ext>
                </a:extLst>
              </p:cNvPr>
              <p:cNvGraphicFramePr>
                <a:graphicFrameLocks noChangeAspect="1"/>
              </p:cNvGraphicFramePr>
              <p:nvPr>
                <p:extLst>
                  <p:ext uri="{D42A27DB-BD31-4B8C-83A1-F6EECF244321}">
                    <p14:modId xmlns:p14="http://schemas.microsoft.com/office/powerpoint/2010/main" val="863011706"/>
                  </p:ext>
                </p:extLst>
              </p:nvPr>
            </p:nvGraphicFramePr>
            <p:xfrm>
              <a:off x="838200" y="1825625"/>
              <a:ext cx="10515600" cy="4351338"/>
            </p:xfrm>
            <a:graphic>
              <a:graphicData uri="http://schemas.microsoft.com/office/powerpoint/2016/summaryzoom">
                <psuz:summaryZm>
                  <psuz:summaryZmObj sectionId="{6D2B71B5-A991-4787-AB49-95798A5BC188}">
                    <psuz:zmPr id="{AAEC2D04-8DEB-4415-B990-21BDDB9062DA}" transitionDur="1000">
                      <p166:blipFill xmlns:p166="http://schemas.microsoft.com/office/powerpoint/2016/6/main">
                        <a:blip r:embed="rId2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711460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4DFE6948-F409-4A6B-AC10-747AA033FD7D}">
                    <psuz:zmPr id="{23307836-5AB3-4F29-B065-5CB03368DDA3}" transitionDur="1000">
                      <p166:blipFill xmlns:p166="http://schemas.microsoft.com/office/powerpoint/2016/6/main">
                        <a:blip r:embed="rId3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23070" y="152297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6D79040-EB22-47DC-80A1-3634F1003DB3}">
                    <psuz:zmPr id="{8823EE72-EF19-41CA-95BF-096BEFB0C63A}" transitionDur="1000">
                      <p166:blipFill xmlns:p166="http://schemas.microsoft.com/office/powerpoint/2016/6/main">
                        <a:blip r:embed="rId4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1711460" y="2240939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summaryZmObj sectionId="{24B87578-B896-491B-913A-2B4570F329C3}">
                    <psuz:zmPr id="{2E08DB1B-F5EF-454C-A0CD-B09561E4EADE}" transitionDur="1000">
                      <p166:blipFill xmlns:p166="http://schemas.microsoft.com/office/powerpoint/2016/6/main">
                        <a:blip r:embed="rId5"/>
                        <a:stretch>
                          <a:fillRect/>
                        </a:stretch>
                      </p166:blipFill>
                      <p166:spPr xmlns:p166="http://schemas.microsoft.com/office/powerpoint/2016/6/main">
                        <a:xfrm>
                          <a:off x="5323070" y="2240939"/>
                          <a:ext cx="3481070" cy="1958102"/>
                        </a:xfrm>
                        <a:prstGeom prst="rect">
                          <a:avLst/>
                        </a:prstGeom>
                        <a:ln w="3175">
                          <a:solidFill>
                            <a:prstClr val="ltGray"/>
                          </a:solidFill>
                        </a:ln>
                      </p166:spPr>
                    </psuz:zmPr>
                  </psuz:summaryZmObj>
                  <psuz:gridLayout/>
                </psuz:summaryZm>
              </a:graphicData>
            </a:graphic>
          </p:graphicFrame>
        </mc:Choice>
        <mc:Fallback>
          <p:grpSp>
            <p:nvGrpSpPr>
              <p:cNvPr id="5" name="Zoom do Resumo 4">
                <a:extLst>
                  <a:ext uri="{FF2B5EF4-FFF2-40B4-BE49-F238E27FC236}">
                    <a16:creationId xmlns:a16="http://schemas.microsoft.com/office/drawing/2014/main" id="{89B35EEF-34B6-2B32-260C-92E3F4375050}"/>
                  </a:ext>
                </a:extLst>
              </p:cNvPr>
              <p:cNvGrpSpPr>
                <a:grpSpLocks noGrp="1" noUngrp="1" noRot="1" noChangeAspect="1" noMove="1" noResize="1"/>
              </p:cNvGrpSpPr>
              <p:nvPr/>
            </p:nvGrpSpPr>
            <p:grpSpPr>
              <a:xfrm>
                <a:off x="838200" y="1825625"/>
                <a:ext cx="10515600" cy="4351338"/>
                <a:chOff x="838200" y="1825625"/>
                <a:chExt cx="10515600" cy="4351338"/>
              </a:xfrm>
            </p:grpSpPr>
            <p:pic>
              <p:nvPicPr>
                <p:cNvPr id="3" name="Picture 3">
                  <a:hlinkClick r:id="rId6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2"/>
                <a:stretch>
                  <a:fillRect/>
                </a:stretch>
              </p:blipFill>
              <p:spPr>
                <a:xfrm>
                  <a:off x="2549660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4" name="Picture 4">
                  <a:hlinkClick r:id="rId7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3"/>
                <a:stretch>
                  <a:fillRect/>
                </a:stretch>
              </p:blipFill>
              <p:spPr>
                <a:xfrm>
                  <a:off x="6161270" y="1977922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6" name="Picture 6">
                  <a:hlinkClick r:id="rId8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4"/>
                <a:stretch>
                  <a:fillRect/>
                </a:stretch>
              </p:blipFill>
              <p:spPr>
                <a:xfrm>
                  <a:off x="2549660" y="4066564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  <p:pic>
              <p:nvPicPr>
                <p:cNvPr id="7" name="Picture 7">
                  <a:hlinkClick r:id="rId9" action="ppaction://hlinksldjump"/>
                </p:cNvPr>
                <p:cNvPicPr>
                  <a:picLocks noSelect="1" noRot="1" noChangeAspect="1" noMove="1" noResize="1" noEditPoints="1" noAdjustHandles="1" noChangeArrowheads="1" noChangeShapeType="1"/>
                </p:cNvPicPr>
                <p:nvPr/>
              </p:nvPicPr>
              <p:blipFill>
                <a:blip r:embed="rId5"/>
                <a:stretch>
                  <a:fillRect/>
                </a:stretch>
              </p:blipFill>
              <p:spPr>
                <a:xfrm>
                  <a:off x="6161270" y="4066564"/>
                  <a:ext cx="3481070" cy="1958102"/>
                </a:xfrm>
                <a:prstGeom prst="rect">
                  <a:avLst/>
                </a:prstGeom>
                <a:ln w="3175">
                  <a:solidFill>
                    <a:prstClr val="ltGray"/>
                  </a:solidFill>
                </a:ln>
              </p:spPr>
            </p:pic>
          </p:grpSp>
        </mc:Fallback>
      </mc:AlternateContent>
    </p:spTree>
    <p:extLst>
      <p:ext uri="{BB962C8B-B14F-4D97-AF65-F5344CB8AC3E}">
        <p14:creationId xmlns:p14="http://schemas.microsoft.com/office/powerpoint/2010/main" val="34603846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A59F003-E00A-43F9-91DC-CC54E3B874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08E78D5-CA0F-2D76-FC8F-907E22CD206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6165" r="19192" b="2927"/>
          <a:stretch/>
        </p:blipFill>
        <p:spPr>
          <a:xfrm>
            <a:off x="20" y="10"/>
            <a:ext cx="12191981" cy="6857990"/>
          </a:xfrm>
          <a:prstGeom prst="rect">
            <a:avLst/>
          </a:prstGeo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D74A4382-E3AD-430A-9A1F-DFA3E0E77A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3799865" y="-1524511"/>
            <a:ext cx="4592270" cy="12192001"/>
          </a:xfrm>
          <a:prstGeom prst="rect">
            <a:avLst/>
          </a:prstGeom>
          <a:gradFill>
            <a:gsLst>
              <a:gs pos="35000">
                <a:schemeClr val="tx1">
                  <a:alpha val="46000"/>
                </a:schemeClr>
              </a:gs>
              <a:gs pos="21000">
                <a:schemeClr val="tx1">
                  <a:alpha val="30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>
                  <a:alpha val="90000"/>
                </a:schemeClr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E6A3B6-4274-CA53-1793-75C6BAFC56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4553" y="3091928"/>
            <a:ext cx="9078562" cy="2387600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6600">
                <a:solidFill>
                  <a:schemeClr val="bg1"/>
                </a:solidFill>
              </a:rPr>
              <a:t>O que é Flutter?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9F40191-0F44-4FD1-82CC-ACB507C14BE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575039"/>
            <a:ext cx="9785897" cy="685800"/>
          </a:xfrm>
          <a:prstGeom prst="roundRect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EA0B6C-13A2-F6BC-29BF-C91BDC7AC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04553" y="5624945"/>
            <a:ext cx="9078562" cy="592975"/>
          </a:xfrm>
        </p:spPr>
        <p:txBody>
          <a:bodyPr vert="horz" lIns="91440" tIns="45720" rIns="91440" bIns="45720" rtlCol="0" anchor="ctr">
            <a:normAutofit/>
          </a:bodyPr>
          <a:lstStyle/>
          <a:p>
            <a:endParaRPr lang="en-US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547368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8" name="Content Placeholder 7" descr="A diagram of a program&#10;&#10;Description automatically generated">
            <a:extLst>
              <a:ext uri="{FF2B5EF4-FFF2-40B4-BE49-F238E27FC236}">
                <a16:creationId xmlns:a16="http://schemas.microsoft.com/office/drawing/2014/main" id="{655AC49B-011C-C7C0-0F0B-AFB6C8D8EA1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25" b="-1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399140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55EC26-4896-74E6-67EA-008CBA7E61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68557" y="1138036"/>
            <a:ext cx="5444382" cy="1402470"/>
          </a:xfrm>
        </p:spPr>
        <p:txBody>
          <a:bodyPr anchor="t">
            <a:normAutofit/>
          </a:bodyPr>
          <a:lstStyle/>
          <a:p>
            <a:r>
              <a:rPr lang="en-US" sz="3200">
                <a:cs typeface="Calibri Light"/>
              </a:rPr>
              <a:t>Definição</a:t>
            </a:r>
            <a:endParaRPr lang="en-US" sz="3200"/>
          </a:p>
        </p:txBody>
      </p:sp>
      <p:pic>
        <p:nvPicPr>
          <p:cNvPr id="17" name="Picture 16" descr="Dispositivo móvel com aplicativos">
            <a:extLst>
              <a:ext uri="{FF2B5EF4-FFF2-40B4-BE49-F238E27FC236}">
                <a16:creationId xmlns:a16="http://schemas.microsoft.com/office/drawing/2014/main" id="{B283B8B7-D127-2B5A-0ED4-224E98CA511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8677" r="9071" b="-2"/>
          <a:stretch/>
        </p:blipFill>
        <p:spPr>
          <a:xfrm>
            <a:off x="-1" y="10"/>
            <a:ext cx="5151179" cy="6857990"/>
          </a:xfrm>
          <a:prstGeom prst="rect">
            <a:avLst/>
          </a:prstGeom>
        </p:spPr>
      </p:pic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1503BFE4-729B-D9D0-C17B-501E6AF1127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971697" y="871146"/>
            <a:ext cx="736939" cy="0"/>
          </a:xfrm>
          <a:prstGeom prst="line">
            <a:avLst/>
          </a:prstGeom>
          <a:ln w="57150">
            <a:solidFill>
              <a:schemeClr val="accent4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D8C0A03-6C7F-8679-40F3-15DC47C98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68557" y="2551176"/>
            <a:ext cx="5444382" cy="359120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1700">
                <a:ea typeface="+mn-lt"/>
                <a:cs typeface="+mn-lt"/>
              </a:rPr>
              <a:t>É um kit de ferramentas de UI multiplataforma projetado para permitir a reutilização de código em sistemas operacionais como iOS e Android, ao mesmo tempo que permite que os aplicativos interajam diretamente com os serviços da plataforma </a:t>
            </a:r>
          </a:p>
          <a:p>
            <a:r>
              <a:rPr lang="pt-BR" sz="1700" dirty="0">
                <a:ea typeface="+mn-lt"/>
                <a:cs typeface="+mn-lt"/>
              </a:rPr>
              <a:t>Os aplicativos </a:t>
            </a:r>
            <a:r>
              <a:rPr lang="pt-BR" sz="1700" dirty="0" err="1">
                <a:ea typeface="+mn-lt"/>
                <a:cs typeface="+mn-lt"/>
              </a:rPr>
              <a:t>Flutter</a:t>
            </a:r>
            <a:r>
              <a:rPr lang="pt-BR" sz="1700" dirty="0">
                <a:ea typeface="+mn-lt"/>
                <a:cs typeface="+mn-lt"/>
              </a:rPr>
              <a:t> são executados em uma VM que oferece recarga dinâmica ( </a:t>
            </a:r>
            <a:r>
              <a:rPr lang="pt-BR" sz="1700" i="1" dirty="0">
                <a:ea typeface="+mn-lt"/>
                <a:cs typeface="+mn-lt"/>
              </a:rPr>
              <a:t>hot </a:t>
            </a:r>
            <a:r>
              <a:rPr lang="pt-BR" sz="1700" i="1" dirty="0" err="1">
                <a:ea typeface="+mn-lt"/>
                <a:cs typeface="+mn-lt"/>
              </a:rPr>
              <a:t>reload</a:t>
            </a:r>
            <a:r>
              <a:rPr lang="pt-BR" sz="1700" dirty="0">
                <a:ea typeface="+mn-lt"/>
                <a:cs typeface="+mn-lt"/>
              </a:rPr>
              <a:t>) de alterações com estado ( </a:t>
            </a:r>
            <a:r>
              <a:rPr lang="pt-BR" sz="1700" i="1">
                <a:ea typeface="+mn-lt"/>
                <a:cs typeface="+mn-lt"/>
              </a:rPr>
              <a:t>statefull</a:t>
            </a:r>
            <a:r>
              <a:rPr lang="pt-BR" sz="1700" dirty="0">
                <a:ea typeface="+mn-lt"/>
                <a:cs typeface="+mn-lt"/>
              </a:rPr>
              <a:t>– as alterações são aplicadas sem afetar os dados em execução) sem a necessidade de uma recompilação completa. </a:t>
            </a:r>
          </a:p>
          <a:p>
            <a:r>
              <a:rPr lang="pt-BR" sz="1700">
                <a:ea typeface="+mn-lt"/>
                <a:cs typeface="+mn-lt"/>
              </a:rPr>
              <a:t>São compilados diretamente em código de máquina</a:t>
            </a:r>
            <a:endParaRPr lang="pt-BR" sz="17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441403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2" name="Rectangle 21">
            <a:extLst>
              <a:ext uri="{FF2B5EF4-FFF2-40B4-BE49-F238E27FC236}">
                <a16:creationId xmlns:a16="http://schemas.microsoft.com/office/drawing/2014/main" id="{F944E337-3E5D-4A1F-A5A1-2057F25B8A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4DA50D69-7CF7-4844-B844-A2B821C77F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-7854"/>
            <a:ext cx="12192000" cy="6865854"/>
          </a:xfrm>
          <a:prstGeom prst="rect">
            <a:avLst/>
          </a:prstGeom>
          <a:solidFill>
            <a:srgbClr val="82766A">
              <a:alpha val="1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C3897C-E55A-E2E6-1D37-1DF65969D0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1" y="601744"/>
            <a:ext cx="6781800" cy="1338696"/>
          </a:xfrm>
        </p:spPr>
        <p:txBody>
          <a:bodyPr>
            <a:normAutofit/>
          </a:bodyPr>
          <a:lstStyle/>
          <a:p>
            <a:r>
              <a:rPr lang="en-US" b="1">
                <a:ea typeface="+mj-lt"/>
                <a:cs typeface="+mj-lt"/>
              </a:rPr>
              <a:t>Flutter framework</a:t>
            </a:r>
            <a:endParaRPr lang="en-US"/>
          </a:p>
        </p:txBody>
      </p:sp>
      <p:pic>
        <p:nvPicPr>
          <p:cNvPr id="5" name="Picture 4" descr="Bolas colorido a entrar na plataforma">
            <a:extLst>
              <a:ext uri="{FF2B5EF4-FFF2-40B4-BE49-F238E27FC236}">
                <a16:creationId xmlns:a16="http://schemas.microsoft.com/office/drawing/2014/main" id="{DC410B31-2B74-100D-E74C-4A451299143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2140" r="44059" b="-1"/>
          <a:stretch/>
        </p:blipFill>
        <p:spPr>
          <a:xfrm>
            <a:off x="20" y="10"/>
            <a:ext cx="3754739" cy="6857990"/>
          </a:xfrm>
          <a:custGeom>
            <a:avLst/>
            <a:gdLst/>
            <a:ahLst/>
            <a:cxnLst/>
            <a:rect l="l" t="t" r="r" b="b"/>
            <a:pathLst>
              <a:path w="3754759" h="6858000">
                <a:moveTo>
                  <a:pt x="0" y="0"/>
                </a:moveTo>
                <a:lnTo>
                  <a:pt x="3405358" y="0"/>
                </a:lnTo>
                <a:lnTo>
                  <a:pt x="3406298" y="5103"/>
                </a:lnTo>
                <a:cubicBezTo>
                  <a:pt x="3408705" y="9272"/>
                  <a:pt x="3410993" y="13534"/>
                  <a:pt x="3408744" y="22806"/>
                </a:cubicBezTo>
                <a:cubicBezTo>
                  <a:pt x="3398212" y="18869"/>
                  <a:pt x="3412504" y="58782"/>
                  <a:pt x="3403554" y="60481"/>
                </a:cubicBezTo>
                <a:cubicBezTo>
                  <a:pt x="3417198" y="75379"/>
                  <a:pt x="3401704" y="83956"/>
                  <a:pt x="3406685" y="104437"/>
                </a:cubicBezTo>
                <a:cubicBezTo>
                  <a:pt x="3412035" y="113935"/>
                  <a:pt x="3413215" y="120918"/>
                  <a:pt x="3408439" y="130745"/>
                </a:cubicBezTo>
                <a:cubicBezTo>
                  <a:pt x="3434362" y="174436"/>
                  <a:pt x="3410826" y="157826"/>
                  <a:pt x="3422002" y="199353"/>
                </a:cubicBezTo>
                <a:cubicBezTo>
                  <a:pt x="3433366" y="235046"/>
                  <a:pt x="3441595" y="275734"/>
                  <a:pt x="3466217" y="309590"/>
                </a:cubicBezTo>
                <a:cubicBezTo>
                  <a:pt x="3473022" y="315692"/>
                  <a:pt x="3476249" y="331335"/>
                  <a:pt x="3473425" y="344525"/>
                </a:cubicBezTo>
                <a:cubicBezTo>
                  <a:pt x="3472938" y="346792"/>
                  <a:pt x="3472286" y="348904"/>
                  <a:pt x="3471491" y="350788"/>
                </a:cubicBezTo>
                <a:cubicBezTo>
                  <a:pt x="3476473" y="380853"/>
                  <a:pt x="3497528" y="490678"/>
                  <a:pt x="3503314" y="524915"/>
                </a:cubicBezTo>
                <a:cubicBezTo>
                  <a:pt x="3495110" y="528110"/>
                  <a:pt x="3511009" y="544789"/>
                  <a:pt x="3506208" y="556205"/>
                </a:cubicBezTo>
                <a:cubicBezTo>
                  <a:pt x="3501906" y="564424"/>
                  <a:pt x="3505727" y="571402"/>
                  <a:pt x="3506503" y="579730"/>
                </a:cubicBezTo>
                <a:cubicBezTo>
                  <a:pt x="3503352" y="590904"/>
                  <a:pt x="3511763" y="626437"/>
                  <a:pt x="3516997" y="635552"/>
                </a:cubicBezTo>
                <a:cubicBezTo>
                  <a:pt x="3534688" y="657082"/>
                  <a:pt x="3524838" y="708447"/>
                  <a:pt x="3538464" y="726388"/>
                </a:cubicBezTo>
                <a:cubicBezTo>
                  <a:pt x="3540659" y="733032"/>
                  <a:pt x="3541735" y="739585"/>
                  <a:pt x="3542115" y="746049"/>
                </a:cubicBezTo>
                <a:lnTo>
                  <a:pt x="3541598" y="764218"/>
                </a:lnTo>
                <a:lnTo>
                  <a:pt x="3538294" y="769538"/>
                </a:lnTo>
                <a:lnTo>
                  <a:pt x="3539714" y="780556"/>
                </a:lnTo>
                <a:lnTo>
                  <a:pt x="3539328" y="783752"/>
                </a:lnTo>
                <a:cubicBezTo>
                  <a:pt x="3538575" y="789859"/>
                  <a:pt x="3537953" y="795880"/>
                  <a:pt x="3537882" y="801812"/>
                </a:cubicBezTo>
                <a:cubicBezTo>
                  <a:pt x="3555332" y="793164"/>
                  <a:pt x="3540143" y="850853"/>
                  <a:pt x="3553763" y="833773"/>
                </a:cubicBezTo>
                <a:cubicBezTo>
                  <a:pt x="3556400" y="864868"/>
                  <a:pt x="3568671" y="840452"/>
                  <a:pt x="3557696" y="878520"/>
                </a:cubicBezTo>
                <a:cubicBezTo>
                  <a:pt x="3574636" y="926170"/>
                  <a:pt x="3572932" y="1002669"/>
                  <a:pt x="3596902" y="1039468"/>
                </a:cubicBezTo>
                <a:cubicBezTo>
                  <a:pt x="3588227" y="1035176"/>
                  <a:pt x="3582669" y="1055878"/>
                  <a:pt x="3587550" y="1069793"/>
                </a:cubicBezTo>
                <a:cubicBezTo>
                  <a:pt x="3553603" y="1054905"/>
                  <a:pt x="3620138" y="1124159"/>
                  <a:pt x="3598129" y="1137690"/>
                </a:cubicBezTo>
                <a:cubicBezTo>
                  <a:pt x="3619154" y="1137277"/>
                  <a:pt x="3657845" y="1198819"/>
                  <a:pt x="3642072" y="1229443"/>
                </a:cubicBezTo>
                <a:cubicBezTo>
                  <a:pt x="3648492" y="1274612"/>
                  <a:pt x="3667414" y="1305895"/>
                  <a:pt x="3662799" y="1353804"/>
                </a:cubicBezTo>
                <a:cubicBezTo>
                  <a:pt x="3665680" y="1355144"/>
                  <a:pt x="3668149" y="1357448"/>
                  <a:pt x="3670319" y="1360420"/>
                </a:cubicBezTo>
                <a:lnTo>
                  <a:pt x="3675717" y="1370453"/>
                </a:lnTo>
                <a:lnTo>
                  <a:pt x="3675458" y="1372456"/>
                </a:lnTo>
                <a:cubicBezTo>
                  <a:pt x="3675775" y="1380261"/>
                  <a:pt x="3677154" y="1384198"/>
                  <a:pt x="3678998" y="1386422"/>
                </a:cubicBezTo>
                <a:lnTo>
                  <a:pt x="3681613" y="1387932"/>
                </a:lnTo>
                <a:lnTo>
                  <a:pt x="3684619" y="1397028"/>
                </a:lnTo>
                <a:lnTo>
                  <a:pt x="3692094" y="1413643"/>
                </a:lnTo>
                <a:lnTo>
                  <a:pt x="3692036" y="1417975"/>
                </a:lnTo>
                <a:lnTo>
                  <a:pt x="3701043" y="1444940"/>
                </a:lnTo>
                <a:lnTo>
                  <a:pt x="3700474" y="1445893"/>
                </a:lnTo>
                <a:cubicBezTo>
                  <a:pt x="3699407" y="1448641"/>
                  <a:pt x="3699006" y="1451835"/>
                  <a:pt x="3699990" y="1456030"/>
                </a:cubicBezTo>
                <a:cubicBezTo>
                  <a:pt x="3688343" y="1458099"/>
                  <a:pt x="3696713" y="1461887"/>
                  <a:pt x="3700642" y="1474079"/>
                </a:cubicBezTo>
                <a:cubicBezTo>
                  <a:pt x="3683431" y="1480016"/>
                  <a:pt x="3700716" y="1509516"/>
                  <a:pt x="3693587" y="1522890"/>
                </a:cubicBezTo>
                <a:cubicBezTo>
                  <a:pt x="3696861" y="1531716"/>
                  <a:pt x="3700010" y="1541157"/>
                  <a:pt x="3702900" y="1551068"/>
                </a:cubicBezTo>
                <a:lnTo>
                  <a:pt x="3708038" y="1631578"/>
                </a:lnTo>
                <a:lnTo>
                  <a:pt x="3698097" y="1716642"/>
                </a:lnTo>
                <a:cubicBezTo>
                  <a:pt x="3699314" y="1747867"/>
                  <a:pt x="3695412" y="1775147"/>
                  <a:pt x="3700384" y="1801382"/>
                </a:cubicBezTo>
                <a:cubicBezTo>
                  <a:pt x="3696845" y="1812311"/>
                  <a:pt x="3695699" y="1822504"/>
                  <a:pt x="3702257" y="1832013"/>
                </a:cubicBezTo>
                <a:cubicBezTo>
                  <a:pt x="3701651" y="1861238"/>
                  <a:pt x="3693313" y="1868713"/>
                  <a:pt x="3700986" y="1886838"/>
                </a:cubicBezTo>
                <a:cubicBezTo>
                  <a:pt x="3687741" y="1903887"/>
                  <a:pt x="3693148" y="1904594"/>
                  <a:pt x="3697545" y="1912087"/>
                </a:cubicBezTo>
                <a:lnTo>
                  <a:pt x="3697885" y="1913171"/>
                </a:lnTo>
                <a:lnTo>
                  <a:pt x="3695987" y="1915505"/>
                </a:lnTo>
                <a:lnTo>
                  <a:pt x="3695284" y="1920179"/>
                </a:lnTo>
                <a:lnTo>
                  <a:pt x="3696499" y="1932787"/>
                </a:lnTo>
                <a:lnTo>
                  <a:pt x="3697473" y="1937503"/>
                </a:lnTo>
                <a:cubicBezTo>
                  <a:pt x="3697953" y="1940760"/>
                  <a:pt x="3698023" y="1942937"/>
                  <a:pt x="3697799" y="1944457"/>
                </a:cubicBezTo>
                <a:lnTo>
                  <a:pt x="3697642" y="1944638"/>
                </a:lnTo>
                <a:lnTo>
                  <a:pt x="3698268" y="1951136"/>
                </a:lnTo>
                <a:cubicBezTo>
                  <a:pt x="3699704" y="1962083"/>
                  <a:pt x="3701457" y="1972719"/>
                  <a:pt x="3703418" y="1982828"/>
                </a:cubicBezTo>
                <a:cubicBezTo>
                  <a:pt x="3694620" y="1991887"/>
                  <a:pt x="3707345" y="2028973"/>
                  <a:pt x="3689767" y="2025705"/>
                </a:cubicBezTo>
                <a:cubicBezTo>
                  <a:pt x="3691896" y="2039367"/>
                  <a:pt x="3699517" y="2047321"/>
                  <a:pt x="3687894" y="2043252"/>
                </a:cubicBezTo>
                <a:cubicBezTo>
                  <a:pt x="3688268" y="2047766"/>
                  <a:pt x="3687435" y="2050599"/>
                  <a:pt x="3686015" y="2052668"/>
                </a:cubicBezTo>
                <a:lnTo>
                  <a:pt x="3685329" y="2053280"/>
                </a:lnTo>
                <a:lnTo>
                  <a:pt x="3690348" y="2083660"/>
                </a:lnTo>
                <a:lnTo>
                  <a:pt x="3689688" y="2087758"/>
                </a:lnTo>
                <a:lnTo>
                  <a:pt x="3694656" y="2107476"/>
                </a:lnTo>
                <a:lnTo>
                  <a:pt x="3696317" y="2117709"/>
                </a:lnTo>
                <a:lnTo>
                  <a:pt x="3698652" y="2120508"/>
                </a:lnTo>
                <a:cubicBezTo>
                  <a:pt x="3700138" y="2123582"/>
                  <a:pt x="3700933" y="2128051"/>
                  <a:pt x="3700157" y="2135655"/>
                </a:cubicBezTo>
                <a:lnTo>
                  <a:pt x="3699626" y="2137431"/>
                </a:lnTo>
                <a:lnTo>
                  <a:pt x="3703486" y="2149795"/>
                </a:lnTo>
                <a:cubicBezTo>
                  <a:pt x="3705184" y="2153754"/>
                  <a:pt x="3707268" y="2157232"/>
                  <a:pt x="3709885" y="2160002"/>
                </a:cubicBezTo>
                <a:cubicBezTo>
                  <a:pt x="3698737" y="2203287"/>
                  <a:pt x="3712805" y="2242927"/>
                  <a:pt x="3712777" y="2289319"/>
                </a:cubicBezTo>
                <a:cubicBezTo>
                  <a:pt x="3693169" y="2310331"/>
                  <a:pt x="3722276" y="2389074"/>
                  <a:pt x="3742794" y="2399589"/>
                </a:cubicBezTo>
                <a:cubicBezTo>
                  <a:pt x="3725319" y="2400703"/>
                  <a:pt x="3751962" y="2457534"/>
                  <a:pt x="3753311" y="2472464"/>
                </a:cubicBezTo>
                <a:cubicBezTo>
                  <a:pt x="3753760" y="2477441"/>
                  <a:pt x="3751399" y="2477762"/>
                  <a:pt x="3743656" y="2469811"/>
                </a:cubicBezTo>
                <a:cubicBezTo>
                  <a:pt x="3746474" y="2485608"/>
                  <a:pt x="3738186" y="2502460"/>
                  <a:pt x="3730339" y="2493869"/>
                </a:cubicBezTo>
                <a:cubicBezTo>
                  <a:pt x="3748556" y="2541387"/>
                  <a:pt x="3736267" y="2613433"/>
                  <a:pt x="3746134" y="2667651"/>
                </a:cubicBezTo>
                <a:cubicBezTo>
                  <a:pt x="3730160" y="2698252"/>
                  <a:pt x="3745496" y="2681337"/>
                  <a:pt x="3743743" y="2712354"/>
                </a:cubicBezTo>
                <a:cubicBezTo>
                  <a:pt x="3759373" y="2703131"/>
                  <a:pt x="3736572" y="2750256"/>
                  <a:pt x="3754759" y="2751060"/>
                </a:cubicBezTo>
                <a:cubicBezTo>
                  <a:pt x="3753864" y="2756679"/>
                  <a:pt x="3752424" y="2762098"/>
                  <a:pt x="3750841" y="2767527"/>
                </a:cubicBezTo>
                <a:lnTo>
                  <a:pt x="3750021" y="2770377"/>
                </a:lnTo>
                <a:lnTo>
                  <a:pt x="3749874" y="2781617"/>
                </a:lnTo>
                <a:lnTo>
                  <a:pt x="3745916" y="2784975"/>
                </a:lnTo>
                <a:lnTo>
                  <a:pt x="3742888" y="2802030"/>
                </a:lnTo>
                <a:cubicBezTo>
                  <a:pt x="3742360" y="2808388"/>
                  <a:pt x="3742498" y="2815196"/>
                  <a:pt x="3743710" y="2822667"/>
                </a:cubicBezTo>
                <a:cubicBezTo>
                  <a:pt x="3751787" y="2840797"/>
                  <a:pt x="3744398" y="2870002"/>
                  <a:pt x="3746201" y="2896003"/>
                </a:cubicBezTo>
                <a:lnTo>
                  <a:pt x="3749006" y="2907846"/>
                </a:lnTo>
                <a:lnTo>
                  <a:pt x="3747206" y="2947037"/>
                </a:lnTo>
                <a:cubicBezTo>
                  <a:pt x="3747030" y="2958176"/>
                  <a:pt x="3747214" y="2969719"/>
                  <a:pt x="3748070" y="2981841"/>
                </a:cubicBezTo>
                <a:lnTo>
                  <a:pt x="3750937" y="3004278"/>
                </a:lnTo>
                <a:lnTo>
                  <a:pt x="3749761" y="3010254"/>
                </a:lnTo>
                <a:cubicBezTo>
                  <a:pt x="3750425" y="3020530"/>
                  <a:pt x="3756245" y="3033889"/>
                  <a:pt x="3749923" y="3032983"/>
                </a:cubicBezTo>
                <a:lnTo>
                  <a:pt x="3752658" y="3044429"/>
                </a:lnTo>
                <a:lnTo>
                  <a:pt x="3748217" y="3056076"/>
                </a:lnTo>
                <a:cubicBezTo>
                  <a:pt x="3747117" y="3057381"/>
                  <a:pt x="3745928" y="3058381"/>
                  <a:pt x="3744691" y="3059042"/>
                </a:cubicBezTo>
                <a:lnTo>
                  <a:pt x="3747123" y="3075102"/>
                </a:lnTo>
                <a:lnTo>
                  <a:pt x="3744190" y="3088509"/>
                </a:lnTo>
                <a:lnTo>
                  <a:pt x="3747093" y="3099930"/>
                </a:lnTo>
                <a:lnTo>
                  <a:pt x="3746799" y="3104743"/>
                </a:lnTo>
                <a:lnTo>
                  <a:pt x="3745610" y="3116729"/>
                </a:lnTo>
                <a:cubicBezTo>
                  <a:pt x="3744666" y="3122891"/>
                  <a:pt x="3743503" y="3129792"/>
                  <a:pt x="3742676" y="3137453"/>
                </a:cubicBezTo>
                <a:lnTo>
                  <a:pt x="3742441" y="3143884"/>
                </a:lnTo>
                <a:lnTo>
                  <a:pt x="3737104" y="3158122"/>
                </a:lnTo>
                <a:cubicBezTo>
                  <a:pt x="3733050" y="3168490"/>
                  <a:pt x="3730374" y="3176626"/>
                  <a:pt x="3733275" y="3185367"/>
                </a:cubicBezTo>
                <a:cubicBezTo>
                  <a:pt x="3728135" y="3200760"/>
                  <a:pt x="3712176" y="3212117"/>
                  <a:pt x="3717639" y="3233769"/>
                </a:cubicBezTo>
                <a:cubicBezTo>
                  <a:pt x="3709851" y="3227497"/>
                  <a:pt x="3717920" y="3258095"/>
                  <a:pt x="3710433" y="3262123"/>
                </a:cubicBezTo>
                <a:cubicBezTo>
                  <a:pt x="3704342" y="3264110"/>
                  <a:pt x="3705370" y="3273856"/>
                  <a:pt x="3703458" y="3281408"/>
                </a:cubicBezTo>
                <a:cubicBezTo>
                  <a:pt x="3697412" y="3287020"/>
                  <a:pt x="3693483" y="3324746"/>
                  <a:pt x="3695027" y="3337739"/>
                </a:cubicBezTo>
                <a:cubicBezTo>
                  <a:pt x="3703095" y="3374177"/>
                  <a:pt x="3679154" y="3404974"/>
                  <a:pt x="3684951" y="3434139"/>
                </a:cubicBezTo>
                <a:cubicBezTo>
                  <a:pt x="3684732" y="3441861"/>
                  <a:pt x="3683615" y="3448308"/>
                  <a:pt x="3681946" y="3453928"/>
                </a:cubicBezTo>
                <a:lnTo>
                  <a:pt x="3675939" y="3468021"/>
                </a:lnTo>
                <a:cubicBezTo>
                  <a:pt x="3674480" y="3468264"/>
                  <a:pt x="3673022" y="3468506"/>
                  <a:pt x="3671563" y="3468748"/>
                </a:cubicBezTo>
                <a:lnTo>
                  <a:pt x="3669360" y="3479164"/>
                </a:lnTo>
                <a:lnTo>
                  <a:pt x="3668060" y="3481325"/>
                </a:lnTo>
                <a:cubicBezTo>
                  <a:pt x="3665560" y="3485437"/>
                  <a:pt x="3663197" y="3489622"/>
                  <a:pt x="3661315" y="3494328"/>
                </a:cubicBezTo>
                <a:cubicBezTo>
                  <a:pt x="3678446" y="3506175"/>
                  <a:pt x="3648136" y="3536311"/>
                  <a:pt x="3664679" y="3537226"/>
                </a:cubicBezTo>
                <a:cubicBezTo>
                  <a:pt x="3657322" y="3565147"/>
                  <a:pt x="3674997" y="3558694"/>
                  <a:pt x="3654205" y="3577551"/>
                </a:cubicBezTo>
                <a:cubicBezTo>
                  <a:pt x="3653633" y="3634248"/>
                  <a:pt x="3628736" y="3694092"/>
                  <a:pt x="3637325" y="3749618"/>
                </a:cubicBezTo>
                <a:cubicBezTo>
                  <a:pt x="3631446" y="3736800"/>
                  <a:pt x="3620480" y="3747498"/>
                  <a:pt x="3620258" y="3763981"/>
                </a:cubicBezTo>
                <a:cubicBezTo>
                  <a:pt x="3596667" y="3715365"/>
                  <a:pt x="3630603" y="3842969"/>
                  <a:pt x="3608193" y="3830141"/>
                </a:cubicBezTo>
                <a:cubicBezTo>
                  <a:pt x="3625759" y="3852486"/>
                  <a:pt x="3638965" y="3943841"/>
                  <a:pt x="3616479" y="3951521"/>
                </a:cubicBezTo>
                <a:cubicBezTo>
                  <a:pt x="3607940" y="3994867"/>
                  <a:pt x="3614033" y="4040502"/>
                  <a:pt x="3595498" y="4074157"/>
                </a:cubicBezTo>
                <a:cubicBezTo>
                  <a:pt x="3597477" y="4078342"/>
                  <a:pt x="3598819" y="4082864"/>
                  <a:pt x="3599706" y="4087599"/>
                </a:cubicBezTo>
                <a:lnTo>
                  <a:pt x="3601103" y="4101515"/>
                </a:lnTo>
                <a:lnTo>
                  <a:pt x="3600274" y="4102849"/>
                </a:lnTo>
                <a:cubicBezTo>
                  <a:pt x="3598143" y="4109482"/>
                  <a:pt x="3598077" y="4114144"/>
                  <a:pt x="3598925" y="4117926"/>
                </a:cubicBezTo>
                <a:lnTo>
                  <a:pt x="3600630" y="4121966"/>
                </a:lnTo>
                <a:lnTo>
                  <a:pt x="3600331" y="4132543"/>
                </a:lnTo>
                <a:lnTo>
                  <a:pt x="3601432" y="4154003"/>
                </a:lnTo>
                <a:lnTo>
                  <a:pt x="3600054" y="4157433"/>
                </a:lnTo>
                <a:lnTo>
                  <a:pt x="3599248" y="4188888"/>
                </a:lnTo>
                <a:cubicBezTo>
                  <a:pt x="3598993" y="4188940"/>
                  <a:pt x="3598738" y="4188992"/>
                  <a:pt x="3598484" y="4189044"/>
                </a:cubicBezTo>
                <a:cubicBezTo>
                  <a:pt x="3596754" y="4190111"/>
                  <a:pt x="3595443" y="4192250"/>
                  <a:pt x="3594971" y="4196698"/>
                </a:cubicBezTo>
                <a:cubicBezTo>
                  <a:pt x="3584674" y="4185805"/>
                  <a:pt x="3590455" y="4197885"/>
                  <a:pt x="3589971" y="4211958"/>
                </a:cubicBezTo>
                <a:cubicBezTo>
                  <a:pt x="3573870" y="4198179"/>
                  <a:pt x="3579156" y="4240607"/>
                  <a:pt x="3569135" y="4243705"/>
                </a:cubicBezTo>
                <a:cubicBezTo>
                  <a:pt x="3569142" y="4254351"/>
                  <a:pt x="3568856" y="4265362"/>
                  <a:pt x="3568210" y="4276468"/>
                </a:cubicBezTo>
                <a:lnTo>
                  <a:pt x="3567613" y="4282925"/>
                </a:lnTo>
                <a:cubicBezTo>
                  <a:pt x="3567553" y="4282949"/>
                  <a:pt x="3567492" y="4282974"/>
                  <a:pt x="3567432" y="4282999"/>
                </a:cubicBezTo>
                <a:cubicBezTo>
                  <a:pt x="3566940" y="4284280"/>
                  <a:pt x="3566607" y="4286359"/>
                  <a:pt x="3566464" y="4289697"/>
                </a:cubicBezTo>
                <a:lnTo>
                  <a:pt x="3566526" y="4294698"/>
                </a:lnTo>
                <a:lnTo>
                  <a:pt x="3565367" y="4307225"/>
                </a:lnTo>
                <a:lnTo>
                  <a:pt x="3563841" y="4311164"/>
                </a:lnTo>
                <a:lnTo>
                  <a:pt x="3561610" y="4312189"/>
                </a:lnTo>
                <a:lnTo>
                  <a:pt x="3561734" y="4313408"/>
                </a:lnTo>
                <a:cubicBezTo>
                  <a:pt x="3564537" y="4323096"/>
                  <a:pt x="3569544" y="4327053"/>
                  <a:pt x="3553832" y="4334910"/>
                </a:cubicBezTo>
                <a:cubicBezTo>
                  <a:pt x="3557797" y="4356533"/>
                  <a:pt x="3548502" y="4358433"/>
                  <a:pt x="3542564" y="4385380"/>
                </a:cubicBezTo>
                <a:cubicBezTo>
                  <a:pt x="3547050" y="4398267"/>
                  <a:pt x="3544091" y="4407098"/>
                  <a:pt x="3538724" y="4415150"/>
                </a:cubicBezTo>
                <a:cubicBezTo>
                  <a:pt x="3538633" y="4442707"/>
                  <a:pt x="3529920" y="4465824"/>
                  <a:pt x="3525348" y="4495753"/>
                </a:cubicBezTo>
                <a:cubicBezTo>
                  <a:pt x="3529387" y="4530212"/>
                  <a:pt x="3514579" y="4543935"/>
                  <a:pt x="3509749" y="4575934"/>
                </a:cubicBezTo>
                <a:cubicBezTo>
                  <a:pt x="3519579" y="4606914"/>
                  <a:pt x="3496418" y="4596497"/>
                  <a:pt x="3489779" y="4611927"/>
                </a:cubicBezTo>
                <a:lnTo>
                  <a:pt x="3488856" y="4616508"/>
                </a:lnTo>
                <a:lnTo>
                  <a:pt x="3489486" y="4629163"/>
                </a:lnTo>
                <a:lnTo>
                  <a:pt x="3490242" y="4633947"/>
                </a:lnTo>
                <a:cubicBezTo>
                  <a:pt x="3490570" y="4637233"/>
                  <a:pt x="3490539" y="4639406"/>
                  <a:pt x="3490244" y="4640894"/>
                </a:cubicBezTo>
                <a:lnTo>
                  <a:pt x="3490078" y="4641059"/>
                </a:lnTo>
                <a:lnTo>
                  <a:pt x="3490403" y="4647582"/>
                </a:lnTo>
                <a:cubicBezTo>
                  <a:pt x="3491330" y="4658608"/>
                  <a:pt x="3492590" y="4669354"/>
                  <a:pt x="3494082" y="4679601"/>
                </a:cubicBezTo>
                <a:cubicBezTo>
                  <a:pt x="3484854" y="4687754"/>
                  <a:pt x="3495864" y="4725869"/>
                  <a:pt x="3478421" y="4720918"/>
                </a:cubicBezTo>
                <a:cubicBezTo>
                  <a:pt x="3479918" y="4734712"/>
                  <a:pt x="3487176" y="4743359"/>
                  <a:pt x="3475730" y="4738188"/>
                </a:cubicBezTo>
                <a:cubicBezTo>
                  <a:pt x="3475894" y="4742712"/>
                  <a:pt x="3474928" y="4745450"/>
                  <a:pt x="3473409" y="4747368"/>
                </a:cubicBezTo>
                <a:lnTo>
                  <a:pt x="3472696" y="4747913"/>
                </a:lnTo>
                <a:lnTo>
                  <a:pt x="3476304" y="4778609"/>
                </a:lnTo>
                <a:lnTo>
                  <a:pt x="3475454" y="4782623"/>
                </a:lnTo>
                <a:lnTo>
                  <a:pt x="3479507" y="4802712"/>
                </a:lnTo>
                <a:lnTo>
                  <a:pt x="3480695" y="4813049"/>
                </a:lnTo>
                <a:lnTo>
                  <a:pt x="3482902" y="4816057"/>
                </a:lnTo>
                <a:cubicBezTo>
                  <a:pt x="3484247" y="4819259"/>
                  <a:pt x="3484834" y="4823783"/>
                  <a:pt x="3483703" y="4831270"/>
                </a:cubicBezTo>
                <a:lnTo>
                  <a:pt x="3483090" y="4832984"/>
                </a:lnTo>
                <a:lnTo>
                  <a:pt x="3486378" y="4845654"/>
                </a:lnTo>
                <a:cubicBezTo>
                  <a:pt x="3487893" y="4849755"/>
                  <a:pt x="3489817" y="4853416"/>
                  <a:pt x="3492309" y="4856425"/>
                </a:cubicBezTo>
                <a:cubicBezTo>
                  <a:pt x="3479133" y="4898390"/>
                  <a:pt x="3491371" y="4939174"/>
                  <a:pt x="3489182" y="4985308"/>
                </a:cubicBezTo>
                <a:cubicBezTo>
                  <a:pt x="3492413" y="5037202"/>
                  <a:pt x="3496839" y="5073159"/>
                  <a:pt x="3498182" y="5107346"/>
                </a:cubicBezTo>
                <a:cubicBezTo>
                  <a:pt x="3500266" y="5123329"/>
                  <a:pt x="3506680" y="5240376"/>
                  <a:pt x="3499225" y="5231073"/>
                </a:cubicBezTo>
                <a:cubicBezTo>
                  <a:pt x="3515247" y="5280090"/>
                  <a:pt x="3497607" y="5309911"/>
                  <a:pt x="3504960" y="5364785"/>
                </a:cubicBezTo>
                <a:cubicBezTo>
                  <a:pt x="3487546" y="5393671"/>
                  <a:pt x="3503686" y="5378336"/>
                  <a:pt x="3500486" y="5409009"/>
                </a:cubicBezTo>
                <a:cubicBezTo>
                  <a:pt x="3516561" y="5401350"/>
                  <a:pt x="3491544" y="5446009"/>
                  <a:pt x="3509710" y="5448570"/>
                </a:cubicBezTo>
                <a:cubicBezTo>
                  <a:pt x="3508555" y="5454072"/>
                  <a:pt x="3506859" y="5459319"/>
                  <a:pt x="3505022" y="5464568"/>
                </a:cubicBezTo>
                <a:lnTo>
                  <a:pt x="3504070" y="5467320"/>
                </a:lnTo>
                <a:lnTo>
                  <a:pt x="3503399" y="5478483"/>
                </a:lnTo>
                <a:lnTo>
                  <a:pt x="3499281" y="5481443"/>
                </a:lnTo>
                <a:lnTo>
                  <a:pt x="3499047" y="5616712"/>
                </a:lnTo>
                <a:cubicBezTo>
                  <a:pt x="3502347" y="5628424"/>
                  <a:pt x="3503819" y="5666768"/>
                  <a:pt x="3498775" y="5675291"/>
                </a:cubicBezTo>
                <a:cubicBezTo>
                  <a:pt x="3497984" y="5683547"/>
                  <a:pt x="3500335" y="5692400"/>
                  <a:pt x="3494739" y="5697458"/>
                </a:cubicBezTo>
                <a:cubicBezTo>
                  <a:pt x="3492180" y="5715432"/>
                  <a:pt x="3486290" y="5756597"/>
                  <a:pt x="3483423" y="5783137"/>
                </a:cubicBezTo>
                <a:cubicBezTo>
                  <a:pt x="3491452" y="5796973"/>
                  <a:pt x="3477643" y="5819988"/>
                  <a:pt x="3477532" y="5856699"/>
                </a:cubicBezTo>
                <a:cubicBezTo>
                  <a:pt x="3486776" y="5871818"/>
                  <a:pt x="3477340" y="5881447"/>
                  <a:pt x="3490032" y="5910638"/>
                </a:cubicBezTo>
                <a:cubicBezTo>
                  <a:pt x="3488930" y="5911913"/>
                  <a:pt x="3487924" y="5913488"/>
                  <a:pt x="3487046" y="5915313"/>
                </a:cubicBezTo>
                <a:cubicBezTo>
                  <a:pt x="3481941" y="5925917"/>
                  <a:pt x="3482137" y="5942505"/>
                  <a:pt x="3487484" y="5952365"/>
                </a:cubicBezTo>
                <a:cubicBezTo>
                  <a:pt x="3504666" y="5999029"/>
                  <a:pt x="3505019" y="6042078"/>
                  <a:pt x="3509266" y="6082373"/>
                </a:cubicBezTo>
                <a:cubicBezTo>
                  <a:pt x="3512265" y="6128005"/>
                  <a:pt x="3492950" y="6098121"/>
                  <a:pt x="3509564" y="6154771"/>
                </a:cubicBezTo>
                <a:cubicBezTo>
                  <a:pt x="3503223" y="6161045"/>
                  <a:pt x="3503062" y="6168289"/>
                  <a:pt x="3506404" y="6180433"/>
                </a:cubicBezTo>
                <a:cubicBezTo>
                  <a:pt x="3507378" y="6202614"/>
                  <a:pt x="3491084" y="6201180"/>
                  <a:pt x="3501312" y="6223427"/>
                </a:cubicBezTo>
                <a:cubicBezTo>
                  <a:pt x="3492497" y="6219559"/>
                  <a:pt x="3498753" y="6265580"/>
                  <a:pt x="3489469" y="6255476"/>
                </a:cubicBezTo>
                <a:cubicBezTo>
                  <a:pt x="3481791" y="6270065"/>
                  <a:pt x="3495037" y="6276996"/>
                  <a:pt x="3488398" y="6291462"/>
                </a:cubicBezTo>
                <a:cubicBezTo>
                  <a:pt x="3487099" y="6307679"/>
                  <a:pt x="3497555" y="6282019"/>
                  <a:pt x="3498547" y="6299935"/>
                </a:cubicBezTo>
                <a:cubicBezTo>
                  <a:pt x="3498173" y="6321676"/>
                  <a:pt x="3514193" y="6321381"/>
                  <a:pt x="3494028" y="6338390"/>
                </a:cubicBezTo>
                <a:lnTo>
                  <a:pt x="3486030" y="6396716"/>
                </a:lnTo>
                <a:cubicBezTo>
                  <a:pt x="3491309" y="6409668"/>
                  <a:pt x="3488928" y="6420134"/>
                  <a:pt x="3484103" y="6430386"/>
                </a:cubicBezTo>
                <a:cubicBezTo>
                  <a:pt x="3485763" y="6460632"/>
                  <a:pt x="3478568" y="6488285"/>
                  <a:pt x="3475922" y="6522318"/>
                </a:cubicBezTo>
                <a:cubicBezTo>
                  <a:pt x="3482128" y="6559051"/>
                  <a:pt x="3468277" y="6578006"/>
                  <a:pt x="3465506" y="6614374"/>
                </a:cubicBezTo>
                <a:cubicBezTo>
                  <a:pt x="3478925" y="6650248"/>
                  <a:pt x="3446064" y="6638174"/>
                  <a:pt x="3446789" y="6668768"/>
                </a:cubicBezTo>
                <a:cubicBezTo>
                  <a:pt x="3458869" y="6718505"/>
                  <a:pt x="3435878" y="6667592"/>
                  <a:pt x="3439582" y="6744454"/>
                </a:cubicBezTo>
                <a:cubicBezTo>
                  <a:pt x="3441631" y="6748797"/>
                  <a:pt x="3439393" y="6758101"/>
                  <a:pt x="3436538" y="6757102"/>
                </a:cubicBezTo>
                <a:cubicBezTo>
                  <a:pt x="3437461" y="6773941"/>
                  <a:pt x="3420846" y="6822488"/>
                  <a:pt x="3424061" y="6846522"/>
                </a:cubicBezTo>
                <a:lnTo>
                  <a:pt x="3423032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44B74-0AD5-AC5C-4A00-623014A3F3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1" y="2201958"/>
            <a:ext cx="6781800" cy="3900730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pt-BR" sz="1400">
                <a:ea typeface="+mn-lt"/>
                <a:cs typeface="+mn-lt"/>
              </a:rPr>
              <a:t>Framework escrito na linguagem Dart. </a:t>
            </a:r>
          </a:p>
          <a:p>
            <a:r>
              <a:rPr lang="pt-BR" sz="1400">
                <a:ea typeface="+mn-lt"/>
                <a:cs typeface="+mn-lt"/>
              </a:rPr>
              <a:t>Inclui um conjunto de plataforma, layout e bibliotecas fundamentais, composto por uma série de camadas: </a:t>
            </a:r>
          </a:p>
          <a:p>
            <a:pPr lvl="1"/>
            <a:r>
              <a:rPr lang="pt-BR" sz="1400" b="1">
                <a:ea typeface="+mn-lt"/>
                <a:cs typeface="+mn-lt"/>
              </a:rPr>
              <a:t>Classes básicas</a:t>
            </a:r>
            <a:r>
              <a:rPr lang="pt-BR" sz="1400">
                <a:ea typeface="+mn-lt"/>
                <a:cs typeface="+mn-lt"/>
              </a:rPr>
              <a:t> e serviços de blocos de construção, como </a:t>
            </a:r>
            <a:r>
              <a:rPr lang="pt-BR" sz="1400" b="1">
                <a:ea typeface="+mn-lt"/>
                <a:cs typeface="+mn-lt"/>
              </a:rPr>
              <a:t>animação , pintura e gestos</a:t>
            </a:r>
            <a:r>
              <a:rPr lang="pt-BR" sz="1400">
                <a:ea typeface="+mn-lt"/>
                <a:cs typeface="+mn-lt"/>
              </a:rPr>
              <a:t> , que oferecem abstrações comumente usadas.</a:t>
            </a:r>
            <a:endParaRPr lang="pt-BR" sz="1400">
              <a:cs typeface="Calibri"/>
            </a:endParaRPr>
          </a:p>
          <a:p>
            <a:pPr lvl="1"/>
            <a:r>
              <a:rPr lang="pt-BR" sz="1400">
                <a:ea typeface="+mn-lt"/>
                <a:cs typeface="+mn-lt"/>
              </a:rPr>
              <a:t>A </a:t>
            </a:r>
            <a:r>
              <a:rPr lang="pt-BR" sz="1400" b="1">
                <a:ea typeface="+mn-lt"/>
                <a:cs typeface="+mn-lt"/>
              </a:rPr>
              <a:t>camada de renderização</a:t>
            </a:r>
            <a:r>
              <a:rPr lang="pt-BR" sz="1400">
                <a:ea typeface="+mn-lt"/>
                <a:cs typeface="+mn-lt"/>
              </a:rPr>
              <a:t> fornece uma abstração para lidar com o layout. Com esta camada, você pode construir uma árvore de objetos renderizáveis, que podem ser manipulados dinamicamente, com a árvore atualizando automaticamente o layout para refletir suas alterações.</a:t>
            </a:r>
            <a:endParaRPr lang="pt-BR" sz="1400">
              <a:cs typeface="Calibri"/>
            </a:endParaRPr>
          </a:p>
          <a:p>
            <a:pPr lvl="1"/>
            <a:r>
              <a:rPr lang="pt-BR" sz="1400">
                <a:ea typeface="+mn-lt"/>
                <a:cs typeface="+mn-lt"/>
              </a:rPr>
              <a:t>A </a:t>
            </a:r>
            <a:r>
              <a:rPr lang="pt-BR" sz="1400" b="1">
                <a:ea typeface="+mn-lt"/>
                <a:cs typeface="+mn-lt"/>
              </a:rPr>
              <a:t>camada de widgets</a:t>
            </a:r>
            <a:r>
              <a:rPr lang="pt-BR" sz="1400">
                <a:ea typeface="+mn-lt"/>
                <a:cs typeface="+mn-lt"/>
              </a:rPr>
              <a:t> é uma abstração de composição. Cada objeto de renderização na camada de renderização possui uma classe correspondente na camada de widgets. Além disso, a camada de widgets permite definir combinações de classes que você pode reutilizar. Esta é a camada na qual o modelo de programação reativa é introduzido.</a:t>
            </a:r>
            <a:endParaRPr lang="pt-BR" sz="1400">
              <a:cs typeface="Calibri"/>
            </a:endParaRPr>
          </a:p>
          <a:p>
            <a:pPr lvl="1"/>
            <a:r>
              <a:rPr lang="pt-BR" sz="1400">
                <a:ea typeface="+mn-lt"/>
                <a:cs typeface="+mn-lt"/>
              </a:rPr>
              <a:t>As bibliotecas </a:t>
            </a:r>
            <a:r>
              <a:rPr lang="pt-BR" sz="1400" b="1">
                <a:ea typeface="+mn-lt"/>
                <a:cs typeface="+mn-lt"/>
              </a:rPr>
              <a:t>Material</a:t>
            </a:r>
            <a:r>
              <a:rPr lang="pt-BR" sz="1400">
                <a:ea typeface="+mn-lt"/>
                <a:cs typeface="+mn-lt"/>
              </a:rPr>
              <a:t> e </a:t>
            </a:r>
            <a:r>
              <a:rPr lang="pt-BR" sz="1400" b="1">
                <a:ea typeface="+mn-lt"/>
                <a:cs typeface="+mn-lt"/>
              </a:rPr>
              <a:t>Cupertino</a:t>
            </a:r>
            <a:r>
              <a:rPr lang="pt-BR" sz="1400">
                <a:ea typeface="+mn-lt"/>
                <a:cs typeface="+mn-lt"/>
              </a:rPr>
              <a:t> oferecem conjuntos abrangentes de controles que usam as primitivas de composição da camada de widget para implementar as linguagens de design Material ou iOS.</a:t>
            </a:r>
            <a:endParaRPr lang="pt-BR" sz="1400">
              <a:cs typeface="Calibri"/>
            </a:endParaRPr>
          </a:p>
          <a:p>
            <a:pPr lvl="1"/>
            <a:endParaRPr lang="pt-BR" sz="140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648793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64" name="Rectangle 63">
            <a:extLst>
              <a:ext uri="{FF2B5EF4-FFF2-40B4-BE49-F238E27FC236}">
                <a16:creationId xmlns:a16="http://schemas.microsoft.com/office/drawing/2014/main" id="{435ADAF7-9BEB-4FA3-AE9F-4CF47620EB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824AA96-0E11-5BE8-05C3-4E3A8C5E2B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9647" y="431212"/>
            <a:ext cx="3420305" cy="1906317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Estrutura de um app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57BB0BA7-0383-4937-8874-B01AAA08E2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768743"/>
            <a:ext cx="4310288" cy="4089257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Placeholder 7" descr="The layers of a Flutter app created by &quot;flutter create&quot;: Dart app, framework, engine, embedder, runner">
            <a:extLst>
              <a:ext uri="{FF2B5EF4-FFF2-40B4-BE49-F238E27FC236}">
                <a16:creationId xmlns:a16="http://schemas.microsoft.com/office/drawing/2014/main" id="{7F14917C-7B25-CD1F-D777-ADDA6BA1751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/>
        </p:blipFill>
        <p:spPr>
          <a:xfrm>
            <a:off x="984677" y="3090471"/>
            <a:ext cx="2340934" cy="3445801"/>
          </a:xfrm>
          <a:prstGeom prst="rect">
            <a:avLst/>
          </a:prstGeo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054E3F-DB72-5E36-E97E-710B0D28CB2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5360176" y="678955"/>
            <a:ext cx="5586448" cy="5409743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marL="1714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1"/>
              <a:t>Dart App</a:t>
            </a:r>
            <a:endParaRPr lang="en-US" sz="1300"/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Compõe widgets na UI desejada.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Implementa lógica de negócios.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Pertence ao desenvolvedor do aplicativo.</a:t>
            </a:r>
          </a:p>
          <a:p>
            <a:pPr marL="1714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1"/>
              <a:t>Framework</a:t>
            </a:r>
            <a:endParaRPr lang="en-US" sz="1300"/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Fornece API de nível superior para criar aplicativos de alta qualidade (por exemplo, widgets, testes de ocorrências, detecção de gestos, acessibilidade, entrada de texto).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Compõe a árvore de widgets do aplicativo em uma cena.</a:t>
            </a:r>
          </a:p>
          <a:p>
            <a:pPr marL="1714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1"/>
              <a:t>Engine</a:t>
            </a:r>
            <a:endParaRPr lang="en-US" sz="1300"/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Responsável por rasterizar cenas compostas.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Fornece implementação de baixo nível das principais APIs do Flutter (por exemplo, gráficos, layout de texto, tempo de execução Dart).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Expõe sua funcionalidade ao framework usando a </a:t>
            </a:r>
            <a:r>
              <a:rPr lang="en-US" sz="1300" b="1"/>
              <a:t>API dart:ui</a:t>
            </a:r>
            <a:r>
              <a:rPr lang="en-US" sz="1300"/>
              <a:t> 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Integra-se com uma plataforma específica usando a </a:t>
            </a:r>
            <a:r>
              <a:rPr lang="en-US" sz="1300" b="1"/>
              <a:t>API Embedder</a:t>
            </a:r>
            <a:r>
              <a:rPr lang="en-US" sz="1300"/>
              <a:t> do Engine .</a:t>
            </a:r>
          </a:p>
          <a:p>
            <a:pPr marL="1714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1"/>
              <a:t>Embedder</a:t>
            </a:r>
            <a:endParaRPr lang="en-US" sz="1300"/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Coordena-se com o sistema operacional subjacente para acesso a serviços como superfícies de renderização, acessibilidade e entrada.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Gerencia o loop de eventos.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Expõe </a:t>
            </a:r>
            <a:r>
              <a:rPr lang="en-US" sz="1300" b="1"/>
              <a:t>API específica da plataforma</a:t>
            </a:r>
            <a:r>
              <a:rPr lang="en-US" sz="1300"/>
              <a:t> para integrar o Embedder aos aplicativos.</a:t>
            </a:r>
          </a:p>
          <a:p>
            <a:pPr marL="171450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 b="1"/>
              <a:t>Runner</a:t>
            </a:r>
            <a:endParaRPr lang="en-US" sz="1300"/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Compõe as partes expostas pela API específica da plataforma do Embedder em um pacote de aplicativo executável na plataforma de destino.</a:t>
            </a:r>
          </a:p>
          <a:p>
            <a:pPr marL="628650" lvl="1" indent="-228600">
              <a:spcBef>
                <a:spcPts val="0"/>
              </a:spcBef>
              <a:buFont typeface="Arial" panose="020B0604020202020204" pitchFamily="34" charset="0"/>
              <a:buChar char="•"/>
            </a:pPr>
            <a:r>
              <a:rPr lang="en-US" sz="1300"/>
              <a:t>Parte do modelo de aplicativo gerado por flutter create, de propriedade do desenvolvedor do aplicativo.</a:t>
            </a:r>
            <a:br>
              <a:rPr lang="en-US" sz="1300"/>
            </a:br>
            <a:endParaRPr lang="en-US" sz="1300"/>
          </a:p>
          <a:p>
            <a:pPr marL="57150" indent="-228600">
              <a:buFont typeface="Arial" panose="020B0604020202020204" pitchFamily="34" charset="0"/>
              <a:buChar char="•"/>
            </a:pPr>
            <a:endParaRPr lang="en-US" sz="1300"/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ACD3AB31-A71C-4414-BA05-CF667CBA34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89741" y="3396995"/>
            <a:ext cx="6858002" cy="64008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613689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7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-1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8522446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CFC81D3-93CE-4E1D-3AF4-ADB7D8A6E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1803" y="350196"/>
            <a:ext cx="4646904" cy="1624520"/>
          </a:xfrm>
        </p:spPr>
        <p:txBody>
          <a:bodyPr anchor="ctr">
            <a:normAutofit/>
          </a:bodyPr>
          <a:lstStyle/>
          <a:p>
            <a:r>
              <a:rPr lang="en-US" sz="4000">
                <a:cs typeface="Calibri Light"/>
              </a:rPr>
              <a:t>Widgets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8811D74-7324-B49D-F96B-F945C0B1C1B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1802" y="2743200"/>
            <a:ext cx="4646905" cy="3613149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z="1900" dirty="0">
                <a:ea typeface="+mn-lt"/>
                <a:cs typeface="+mn-lt"/>
              </a:rPr>
              <a:t>São os blocos de construção da interface do usuário de um aplicativo </a:t>
            </a:r>
            <a:r>
              <a:rPr lang="pt-BR" sz="1900" dirty="0" err="1">
                <a:ea typeface="+mn-lt"/>
                <a:cs typeface="+mn-lt"/>
              </a:rPr>
              <a:t>Flutter</a:t>
            </a:r>
          </a:p>
          <a:p>
            <a:r>
              <a:rPr lang="pt-BR" sz="1900" dirty="0">
                <a:ea typeface="+mn-lt"/>
                <a:cs typeface="+mn-lt"/>
              </a:rPr>
              <a:t>Cada widget é uma declaração imutável de parte da interface do usuário.</a:t>
            </a:r>
            <a:endParaRPr lang="pt-BR" sz="1900" dirty="0">
              <a:cs typeface="Calibri" panose="020F0502020204030204"/>
            </a:endParaRPr>
          </a:p>
          <a:p>
            <a:r>
              <a:rPr lang="pt-BR" sz="1900" dirty="0">
                <a:ea typeface="+mn-lt"/>
                <a:cs typeface="+mn-lt"/>
              </a:rPr>
              <a:t>Os widgets formam uma hierarquia baseada na composição. </a:t>
            </a:r>
          </a:p>
          <a:p>
            <a:r>
              <a:rPr lang="pt-BR" sz="1900" dirty="0">
                <a:ea typeface="+mn-lt"/>
                <a:cs typeface="+mn-lt"/>
              </a:rPr>
              <a:t>Cada widget se aninha dentro do elemento pai e pode receber contexto dele. Essa estrutura vai até o widget raiz (o contêiner que hospeda o aplicativo </a:t>
            </a:r>
            <a:r>
              <a:rPr lang="pt-BR" sz="1900" dirty="0" err="1">
                <a:ea typeface="+mn-lt"/>
                <a:cs typeface="+mn-lt"/>
              </a:rPr>
              <a:t>Flutter</a:t>
            </a:r>
            <a:r>
              <a:rPr lang="pt-BR" sz="1900" dirty="0">
                <a:ea typeface="+mn-lt"/>
                <a:cs typeface="+mn-lt"/>
              </a:rPr>
              <a:t>, normalmente </a:t>
            </a:r>
            <a:r>
              <a:rPr lang="pt-BR" sz="1900" dirty="0" err="1">
                <a:latin typeface="Consolas"/>
              </a:rPr>
              <a:t>MaterialApp</a:t>
            </a:r>
            <a:r>
              <a:rPr lang="pt-BR" sz="1900" dirty="0">
                <a:latin typeface="Consolas"/>
              </a:rPr>
              <a:t> </a:t>
            </a:r>
            <a:r>
              <a:rPr lang="pt-BR" sz="1900" dirty="0">
                <a:ea typeface="+mn-lt"/>
                <a:cs typeface="+mn-lt"/>
              </a:rPr>
              <a:t>ou </a:t>
            </a:r>
            <a:r>
              <a:rPr lang="pt-BR" sz="1900" dirty="0" err="1">
                <a:latin typeface="Consolas"/>
              </a:rPr>
              <a:t>CupertinoApp</a:t>
            </a:r>
            <a:r>
              <a:rPr lang="pt-BR" sz="1900" dirty="0">
                <a:ea typeface="+mn-lt"/>
                <a:cs typeface="+mn-lt"/>
              </a:rPr>
              <a:t>),</a:t>
            </a:r>
            <a:endParaRPr lang="pt-BR" sz="1900" dirty="0">
              <a:cs typeface="Calibri"/>
            </a:endParaRPr>
          </a:p>
          <a:p>
            <a:endParaRPr lang="pt-BR" sz="1900" dirty="0">
              <a:cs typeface="Calibri"/>
            </a:endParaRPr>
          </a:p>
        </p:txBody>
      </p:sp>
      <p:pic>
        <p:nvPicPr>
          <p:cNvPr id="19" name="Picture 18" descr="Azul-claro cubos 3D suspensos no ar com um cubo 3D azul-escuro na superfície">
            <a:extLst>
              <a:ext uri="{FF2B5EF4-FFF2-40B4-BE49-F238E27FC236}">
                <a16:creationId xmlns:a16="http://schemas.microsoft.com/office/drawing/2014/main" id="{B76E1087-1DD0-9369-747E-E5A616D802A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49943" b="-2"/>
          <a:stretch/>
        </p:blipFill>
        <p:spPr>
          <a:xfrm>
            <a:off x="6096000" y="1"/>
            <a:ext cx="610282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6906318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7052AE-11BD-774F-F845-84DA36810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15F4DA-F171-C108-69E9-81EEA7C371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https://kodestat.gitbook.io/flutter/</a:t>
            </a:r>
            <a:endParaRPr lang="en-US">
              <a:ea typeface="+mn-lt"/>
              <a:cs typeface="+mn-lt"/>
            </a:endParaRPr>
          </a:p>
          <a:p>
            <a:r>
              <a:rPr lang="en-US" dirty="0">
                <a:ea typeface="+mn-lt"/>
                <a:cs typeface="+mn-lt"/>
                <a:hlinkClick r:id="rId3"/>
              </a:rPr>
              <a:t>https://www.geeksforgeeks.org/flutter-tutorial/</a:t>
            </a:r>
            <a:endParaRPr lang="en-US" dirty="0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07479531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C1DD1A8A-57D5-4A81-AD04-532B043C56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4572FE4-0546-5CB3-4CA7-E4322BC0E918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3011" b="3034"/>
          <a:stretch/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25000">
                <a:srgbClr val="000000">
                  <a:alpha val="15000"/>
                </a:srgbClr>
              </a:gs>
              <a:gs pos="75000">
                <a:srgbClr val="000000">
                  <a:alpha val="15000"/>
                </a:srgbClr>
              </a:gs>
              <a:gs pos="50000">
                <a:srgbClr val="000000">
                  <a:alpha val="30000"/>
                </a:srgbClr>
              </a:gs>
              <a:gs pos="100000">
                <a:srgbClr val="000000">
                  <a:alpha val="0"/>
                </a:srgb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4D244BE-72B7-C031-A2D9-2D6ADE728E3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325550"/>
            <a:ext cx="10058400" cy="3574778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>
                <a:solidFill>
                  <a:srgbClr val="FFFFFF"/>
                </a:solidFill>
              </a:rPr>
              <a:t>Instalação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EBF9AACD-88DE-8DFA-C674-D937B0D558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00051" y="4072043"/>
            <a:ext cx="10058400" cy="1282707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12483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7197AD48-F4BA-1581-7B47-74454DF5E8C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446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ítulo 10">
            <a:extLst>
              <a:ext uri="{FF2B5EF4-FFF2-40B4-BE49-F238E27FC236}">
                <a16:creationId xmlns:a16="http://schemas.microsoft.com/office/drawing/2014/main" id="{BA19574A-121F-EEF0-60D6-4BFD0A218EF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No vs Code </a:t>
            </a:r>
            <a:r>
              <a:rPr lang="en-US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vá</a:t>
            </a:r>
            <a: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até</a:t>
            </a:r>
            <a: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extensões</a:t>
            </a:r>
            <a:b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4" name="Straight Connector 17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9851562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4EE399AE-986E-7C6B-9C3B-AC8DCBA2D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4446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6" name="Rectangle 16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ítulo 11">
            <a:extLst>
              <a:ext uri="{FF2B5EF4-FFF2-40B4-BE49-F238E27FC236}">
                <a16:creationId xmlns:a16="http://schemas.microsoft.com/office/drawing/2014/main" id="{F78D92DF-1563-F9E0-3856-CE9F89225A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Na barra de </a:t>
            </a:r>
            <a:r>
              <a:rPr lang="en-US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pesquisa</a:t>
            </a:r>
            <a: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</a:t>
            </a:r>
            <a:r>
              <a:rPr lang="en-US" sz="2300" dirty="0" err="1">
                <a:solidFill>
                  <a:schemeClr val="tx1">
                    <a:lumMod val="85000"/>
                    <a:lumOff val="15000"/>
                  </a:schemeClr>
                </a:solidFill>
              </a:rPr>
              <a:t>busque</a:t>
            </a:r>
            <a: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  <a:t> Flutter</a:t>
            </a:r>
            <a:br>
              <a:rPr lang="en-US" sz="2300" dirty="0">
                <a:solidFill>
                  <a:schemeClr val="tx1">
                    <a:lumMod val="85000"/>
                    <a:lumOff val="15000"/>
                  </a:schemeClr>
                </a:solidFill>
              </a:rPr>
            </a:br>
            <a:endParaRPr lang="en-US" sz="23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cxnSp>
        <p:nvCxnSpPr>
          <p:cNvPr id="18" name="Straight Connector 18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20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10457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70DDB7BC-C91C-2B82-4D4C-0CB99B0A734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r="3557" b="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37C89E4B-3C9F-44B9-8B86-D9E3D112D8E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20142"/>
            <a:ext cx="12192000" cy="736551"/>
          </a:xfrm>
          <a:prstGeom prst="rect">
            <a:avLst/>
          </a:prstGeom>
          <a:solidFill>
            <a:schemeClr val="bg1">
              <a:alpha val="9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F518F1C-F86D-34E3-E1D0-90C6EC63E5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875" y="5317240"/>
            <a:ext cx="11210925" cy="744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2800">
                <a:solidFill>
                  <a:schemeClr val="tx1">
                    <a:lumMod val="85000"/>
                    <a:lumOff val="15000"/>
                  </a:schemeClr>
                </a:solidFill>
              </a:rPr>
              <a:t>Selecione a opção flutter com o símbolo de verificado e clique em instalar</a:t>
            </a: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AA2EAA10-076F-46BD-8F0F-B9A2FB77A85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5241983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891E407-403B-4764-86C9-33A56D3BCAA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0" y="6134852"/>
            <a:ext cx="12192000" cy="0"/>
          </a:xfrm>
          <a:prstGeom prst="line">
            <a:avLst/>
          </a:prstGeom>
          <a:ln w="41275">
            <a:solidFill>
              <a:schemeClr val="bg1">
                <a:alpha val="9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8032932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A7C5C025-E34B-56DB-F6CD-2500FBF21D49}"/>
              </a:ext>
            </a:extLst>
          </p:cNvPr>
          <p:cNvPicPr>
            <a:picLocks noGrp="1" noChangeAspect="1"/>
          </p:cNvPicPr>
          <p:nvPr>
            <p:ph idx="4294967295"/>
          </p:nvPr>
        </p:nvPicPr>
        <p:blipFill rotWithShape="1">
          <a:blip r:embed="rId2"/>
          <a:srcRect b="4273"/>
          <a:stretch/>
        </p:blipFill>
        <p:spPr>
          <a:xfrm>
            <a:off x="20" y="1282"/>
            <a:ext cx="12191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95780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B47FC9C-2ED3-4100-A4EF-E8CDFEE106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C63B0A-A8B2-CFFA-303C-6450D6672A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5358141"/>
            <a:ext cx="10515600" cy="942664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indent="-228600" algn="ctr"/>
            <a:r>
              <a:rPr lang="en-US" sz="1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Executar</a:t>
            </a:r>
            <a: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 flutter doctor e </a:t>
            </a:r>
            <a:r>
              <a:rPr lang="en-US" sz="1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instalar</a:t>
            </a:r>
            <a: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o SDK:</a:t>
            </a:r>
            <a:b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View &gt; Command Palette….</a:t>
            </a:r>
            <a:b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Ou</a:t>
            </a:r>
            <a:b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</a:br>
            <a: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Ctrl / </a:t>
            </a:r>
            <a:r>
              <a:rPr lang="en-US" sz="1300" kern="1200" dirty="0" err="1">
                <a:solidFill>
                  <a:schemeClr val="tx1"/>
                </a:solidFill>
                <a:latin typeface="+mj-lt"/>
                <a:ea typeface="+mj-ea"/>
                <a:cs typeface="+mj-cs"/>
              </a:rPr>
              <a:t>Cmd</a:t>
            </a:r>
            <a:r>
              <a:rPr lang="en-US" sz="1300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 + Shift + P.</a:t>
            </a:r>
          </a:p>
        </p:txBody>
      </p:sp>
      <p:pic>
        <p:nvPicPr>
          <p:cNvPr id="5" name="Untitled video - Made with Clipchamp" descr="Tela de computador com texto preto sobre fundo branco&#10;&#10;Descrição gerada automaticamente">
            <a:hlinkClick r:id="" action="ppaction://media"/>
            <a:extLst>
              <a:ext uri="{FF2B5EF4-FFF2-40B4-BE49-F238E27FC236}">
                <a16:creationId xmlns:a16="http://schemas.microsoft.com/office/drawing/2014/main" id="{39B19969-7985-65BC-E062-402BBCA57AB8}"/>
              </a:ext>
            </a:extLst>
          </p:cNvPr>
          <p:cNvPicPr>
            <a:picLocks noGrp="1" noChangeAspect="1"/>
          </p:cNvPicPr>
          <p:nvPr>
            <p:ph idx="1"/>
            <a:videoFile r:link="rId3"/>
            <p:extLst>
              <p:ext uri="{DAA4B4D4-6D71-4841-9C94-3DE7FCFB9230}">
                <p14:media xmlns:p14="http://schemas.microsoft.com/office/powerpoint/2010/main" r:embed="rId2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981123" y="557189"/>
            <a:ext cx="8229753" cy="46292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637935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7734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71B2258F-86CA-4D4D-8270-BC05FCDEBF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7999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Setas azuis apontando para um botão vermelho">
            <a:extLst>
              <a:ext uri="{FF2B5EF4-FFF2-40B4-BE49-F238E27FC236}">
                <a16:creationId xmlns:a16="http://schemas.microsoft.com/office/drawing/2014/main" id="{33781CC4-32AD-9353-6F25-39B38ADFA2C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50000"/>
          </a:blip>
          <a:srcRect t="10826" b="4904"/>
          <a:stretch/>
        </p:blipFill>
        <p:spPr>
          <a:xfrm>
            <a:off x="20" y="1"/>
            <a:ext cx="12191980" cy="6857999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CECD890-6F1A-7A31-E703-FCFF4FCA47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122362"/>
            <a:ext cx="9144000" cy="2900518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dirty="0">
                <a:solidFill>
                  <a:srgbClr val="FFFFFF"/>
                </a:solidFill>
              </a:rPr>
              <a:t>Resolver </a:t>
            </a:r>
            <a:r>
              <a:rPr lang="en-US" dirty="0" err="1">
                <a:solidFill>
                  <a:srgbClr val="FFFFFF"/>
                </a:solidFill>
              </a:rPr>
              <a:t>os</a:t>
            </a:r>
            <a:r>
              <a:rPr lang="en-US" dirty="0">
                <a:solidFill>
                  <a:srgbClr val="FFFFFF"/>
                </a:solidFill>
              </a:rPr>
              <a:t> </a:t>
            </a:r>
            <a:r>
              <a:rPr lang="en-US" dirty="0" err="1">
                <a:solidFill>
                  <a:srgbClr val="FFFFFF"/>
                </a:solidFill>
              </a:rPr>
              <a:t>alertas</a:t>
            </a:r>
            <a:endParaRPr lang="en-US" dirty="0">
              <a:solidFill>
                <a:srgbClr val="FFFFFF"/>
              </a:solidFill>
            </a:endParaRP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C34F4A7-EBE3-3F7E-1DCB-23CF62278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524000" y="4159404"/>
            <a:ext cx="9144000" cy="1098395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626047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7BD7CC6-2F7F-4587-8E92-D041AB2CEB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E7ED1F4-19EF-4BC2-A6EA-DF1525142B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chemeClr val="tx1"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0EE7C14F-442F-4416-A4A9-6DA10263A4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" y="2075420"/>
            <a:ext cx="12048729" cy="4093306"/>
            <a:chOff x="1" y="2075420"/>
            <a:chExt cx="12048729" cy="4093306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7AC4CCD-70AA-4916-97EA-D9C12FED17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7942191" y="2507571"/>
              <a:ext cx="3563871" cy="3563871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C5694289-EA59-4679-9DB4-0646321A8C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0435065" y="4048931"/>
              <a:ext cx="1381607" cy="1381607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32EDAD0A-6995-496D-9789-A34C66F5DCF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1" y="2075420"/>
              <a:ext cx="3144364" cy="3144364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20000"/>
                  </a:schemeClr>
                </a:gs>
                <a:gs pos="100000">
                  <a:schemeClr val="tx2">
                    <a:lumMod val="50000"/>
                    <a:alpha val="1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BCBBB211-248C-4F94-900A-80CD8D52F3C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2600000">
              <a:off x="10150845" y="4270841"/>
              <a:ext cx="1897885" cy="1897885"/>
            </a:xfrm>
            <a:prstGeom prst="ellipse">
              <a:avLst/>
            </a:prstGeom>
            <a:gradFill>
              <a:gsLst>
                <a:gs pos="0">
                  <a:schemeClr val="tx2">
                    <a:lumMod val="75000"/>
                    <a:alpha val="10000"/>
                  </a:schemeClr>
                </a:gs>
                <a:gs pos="100000">
                  <a:schemeClr val="tx2">
                    <a:lumMod val="75000"/>
                    <a:alpha val="20000"/>
                  </a:schemeClr>
                </a:gs>
              </a:gsLst>
              <a:lin ang="5400000" scaled="1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48DCC953-87D5-419D-A529-94A9462512F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046780" y="3040492"/>
              <a:ext cx="2579322" cy="2579322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0F67D0B7-A0F4-47EB-8DF7-2630C056AB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4500000">
              <a:off x="2224640" y="3193975"/>
              <a:ext cx="2243193" cy="2243193"/>
            </a:xfrm>
            <a:prstGeom prst="ellipse">
              <a:avLst/>
            </a:prstGeom>
            <a:noFill/>
            <a:ln w="31750">
              <a:gradFill>
                <a:gsLst>
                  <a:gs pos="0">
                    <a:schemeClr val="tx2">
                      <a:lumMod val="60000"/>
                      <a:lumOff val="40000"/>
                      <a:alpha val="10000"/>
                    </a:schemeClr>
                  </a:gs>
                  <a:gs pos="100000">
                    <a:schemeClr val="tx2">
                      <a:lumMod val="50000"/>
                      <a:alpha val="10000"/>
                    </a:schemeClr>
                  </a:gs>
                </a:gsLst>
                <a:lin ang="5400000" scaled="1"/>
              </a:gra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A3919D60-F174-4FEB-9E9D-5AF6BD6597C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0438146" y="1042605"/>
            <a:ext cx="2796461" cy="711252"/>
          </a:xfrm>
          <a:prstGeom prst="rect">
            <a:avLst/>
          </a:prstGeom>
          <a:gradFill flip="none" rotWithShape="1">
            <a:gsLst>
              <a:gs pos="0">
                <a:schemeClr val="tx2">
                  <a:lumMod val="40000"/>
                  <a:lumOff val="60000"/>
                  <a:alpha val="0"/>
                </a:schemeClr>
              </a:gs>
              <a:gs pos="100000">
                <a:schemeClr val="tx2">
                  <a:lumMod val="75000"/>
                  <a:alpha val="1000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98EF7474-F1F7-47A7-AF33-E38A86EBF6D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25" name="Straight Connector 24">
              <a:extLst>
                <a:ext uri="{FF2B5EF4-FFF2-40B4-BE49-F238E27FC236}">
                  <a16:creationId xmlns:a16="http://schemas.microsoft.com/office/drawing/2014/main" id="{8B14C3B3-01E7-4DD2-80BC-D6605BDB3AB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Connector 25">
              <a:extLst>
                <a:ext uri="{FF2B5EF4-FFF2-40B4-BE49-F238E27FC236}">
                  <a16:creationId xmlns:a16="http://schemas.microsoft.com/office/drawing/2014/main" id="{29E2ED25-9BE8-462A-BE54-D3E506DBA28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Connector 26">
              <a:extLst>
                <a:ext uri="{FF2B5EF4-FFF2-40B4-BE49-F238E27FC236}">
                  <a16:creationId xmlns:a16="http://schemas.microsoft.com/office/drawing/2014/main" id="{33E48329-07A0-4DBB-9D0C-0614AE372F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Connector 27">
              <a:extLst>
                <a:ext uri="{FF2B5EF4-FFF2-40B4-BE49-F238E27FC236}">
                  <a16:creationId xmlns:a16="http://schemas.microsoft.com/office/drawing/2014/main" id="{BED609B4-86D5-44D5-8511-42AE9B129B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75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C912E1BF-76C2-49D5-A5AC-1CE20255C4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259539" y="317578"/>
            <a:ext cx="548640" cy="549007"/>
            <a:chOff x="7029447" y="3514725"/>
            <a:chExt cx="1285875" cy="549007"/>
          </a:xfrm>
        </p:grpSpPr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4E6722B-B0C0-4A43-91F6-6E2D6E2D7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8EAB6DA-9741-4668-8E47-957CD51511C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E36EC6AA-9E44-4DD2-B718-EE04111414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138DE653-B3C7-49E5-A3B0-6C00B260834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20000"/>
                    </a:schemeClr>
                  </a:gs>
                  <a:gs pos="100000">
                    <a:schemeClr val="tx2">
                      <a:lumMod val="50000"/>
                      <a:alpha val="2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6" name="Rectangle 35">
            <a:extLst>
              <a:ext uri="{FF2B5EF4-FFF2-40B4-BE49-F238E27FC236}">
                <a16:creationId xmlns:a16="http://schemas.microsoft.com/office/drawing/2014/main" id="{90AE89EB-4F51-4181-9475-7E1048FB37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-1" y="6140785"/>
            <a:ext cx="6095997" cy="711252"/>
          </a:xfrm>
          <a:prstGeom prst="rect">
            <a:avLst/>
          </a:prstGeom>
          <a:gradFill flip="none" rotWithShape="1">
            <a:gsLst>
              <a:gs pos="10000">
                <a:schemeClr val="tx2">
                  <a:lumMod val="50000"/>
                  <a:alpha val="10000"/>
                </a:schemeClr>
              </a:gs>
              <a:gs pos="100000">
                <a:schemeClr val="tx2">
                  <a:lumMod val="60000"/>
                  <a:lumOff val="40000"/>
                  <a:alpha val="0"/>
                </a:schemeClr>
              </a:gs>
            </a:gsLst>
            <a:lin ang="8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B78285A0-9022-40FD-B520-91444BA163D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5400000">
            <a:off x="616345" y="5940560"/>
            <a:ext cx="1285875" cy="549007"/>
            <a:chOff x="7029447" y="3514725"/>
            <a:chExt cx="1285875" cy="549007"/>
          </a:xfrm>
        </p:grpSpPr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0E2EED1A-F137-41BB-A555-7CDFF9C334B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514725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3E1EC980-DEDC-41BF-995C-1D471C90EC3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697727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Connector 40">
              <a:extLst>
                <a:ext uri="{FF2B5EF4-FFF2-40B4-BE49-F238E27FC236}">
                  <a16:creationId xmlns:a16="http://schemas.microsoft.com/office/drawing/2014/main" id="{1A2F9486-DC13-4EDD-82CE-7FFC6F4846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3880729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Straight Connector 41">
              <a:extLst>
                <a:ext uri="{FF2B5EF4-FFF2-40B4-BE49-F238E27FC236}">
                  <a16:creationId xmlns:a16="http://schemas.microsoft.com/office/drawing/2014/main" id="{646A2475-19E5-46B8-B7FE-C2CF42971F4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7029447" y="4063732"/>
              <a:ext cx="1285875" cy="0"/>
            </a:xfrm>
            <a:prstGeom prst="line">
              <a:avLst/>
            </a:prstGeom>
            <a:ln w="31750" cap="rnd" cmpd="sng">
              <a:gradFill>
                <a:gsLst>
                  <a:gs pos="0">
                    <a:schemeClr val="tx2">
                      <a:lumMod val="60000"/>
                      <a:lumOff val="40000"/>
                      <a:alpha val="40000"/>
                    </a:schemeClr>
                  </a:gs>
                  <a:gs pos="100000">
                    <a:schemeClr val="tx2">
                      <a:lumMod val="50000"/>
                      <a:alpha val="40000"/>
                    </a:schemeClr>
                  </a:gs>
                </a:gsLst>
                <a:lin ang="5400000" scaled="1"/>
              </a:gradFill>
              <a:prstDash val="sysDot"/>
              <a:round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6A58A68A-E44A-D54E-77D0-415E1B6378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640" y="4038037"/>
            <a:ext cx="5107366" cy="2087424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4800" kern="1200" dirty="0" err="1">
                <a:solidFill>
                  <a:schemeClr val="bg1"/>
                </a:solidFill>
                <a:latin typeface="+mj-lt"/>
                <a:ea typeface="+mj-ea"/>
                <a:cs typeface="+mj-cs"/>
              </a:rPr>
              <a:t>Alertas</a:t>
            </a:r>
            <a:endParaRPr lang="en-US" sz="4800" kern="1200" dirty="0">
              <a:solidFill>
                <a:schemeClr val="bg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BF513B02-0CE5-425A-3D86-2783295A19B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143159" y="4038037"/>
            <a:ext cx="5017030" cy="2087426"/>
          </a:xfrm>
          <a:noFill/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Para o </a:t>
            </a:r>
            <a:r>
              <a:rPr lang="en-US" dirty="0" err="1">
                <a:solidFill>
                  <a:schemeClr val="bg1"/>
                </a:solidFill>
              </a:rPr>
              <a:t>desenvolvimento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será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necessário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ajustar</a:t>
            </a:r>
            <a:r>
              <a:rPr lang="en-US" dirty="0">
                <a:solidFill>
                  <a:schemeClr val="bg1"/>
                </a:solidFill>
              </a:rPr>
              <a:t> as </a:t>
            </a:r>
            <a:r>
              <a:rPr lang="en-US" dirty="0" err="1">
                <a:solidFill>
                  <a:schemeClr val="bg1"/>
                </a:solidFill>
              </a:rPr>
              <a:t>configurações</a:t>
            </a:r>
            <a:r>
              <a:rPr lang="en-US" dirty="0">
                <a:solidFill>
                  <a:schemeClr val="bg1"/>
                </a:solidFill>
              </a:rPr>
              <a:t> do Android Studio, que </a:t>
            </a:r>
            <a:r>
              <a:rPr lang="en-US" dirty="0" err="1">
                <a:solidFill>
                  <a:schemeClr val="bg1"/>
                </a:solidFill>
              </a:rPr>
              <a:t>deve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estar</a:t>
            </a:r>
            <a:r>
              <a:rPr lang="en-US" dirty="0">
                <a:solidFill>
                  <a:schemeClr val="bg1"/>
                </a:solidFill>
              </a:rPr>
              <a:t> </a:t>
            </a:r>
            <a:r>
              <a:rPr lang="en-US" dirty="0" err="1">
                <a:solidFill>
                  <a:schemeClr val="bg1"/>
                </a:solidFill>
              </a:rPr>
              <a:t>atualizado</a:t>
            </a:r>
            <a:endParaRPr lang="en-US" sz="2400" kern="1200" dirty="0">
              <a:solidFill>
                <a:schemeClr val="bg1"/>
              </a:solidFill>
              <a:latin typeface="+mn-lt"/>
              <a:ea typeface="+mn-ea"/>
              <a:cs typeface="+mn-cs"/>
            </a:endParaRP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8D7F4351-83EE-D79B-6FCE-070ABA0442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359" y="1030558"/>
            <a:ext cx="10843065" cy="2439690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91CD8CAA-4614-4393-ADD7-7FDFD8ABD76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rot="16200000">
            <a:off x="474192" y="776904"/>
            <a:ext cx="304800" cy="429768"/>
            <a:chOff x="215328" y="-46937"/>
            <a:chExt cx="304800" cy="2773841"/>
          </a:xfrm>
        </p:grpSpPr>
        <p:cxnSp>
          <p:nvCxnSpPr>
            <p:cNvPr id="45" name="Straight Connector 44">
              <a:extLst>
                <a:ext uri="{FF2B5EF4-FFF2-40B4-BE49-F238E27FC236}">
                  <a16:creationId xmlns:a16="http://schemas.microsoft.com/office/drawing/2014/main" id="{89F5BF84-4D12-40EB-B3CA-72B55341A8A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2153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Straight Connector 45">
              <a:extLst>
                <a:ext uri="{FF2B5EF4-FFF2-40B4-BE49-F238E27FC236}">
                  <a16:creationId xmlns:a16="http://schemas.microsoft.com/office/drawing/2014/main" id="{ACF91815-2B4A-44C8-BAC2-6732AD11A9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3169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Straight Connector 46">
              <a:extLst>
                <a:ext uri="{FF2B5EF4-FFF2-40B4-BE49-F238E27FC236}">
                  <a16:creationId xmlns:a16="http://schemas.microsoft.com/office/drawing/2014/main" id="{523960DB-F7E9-40C5-BDC7-9700C71B186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4185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8" name="Straight Connector 47">
              <a:extLst>
                <a:ext uri="{FF2B5EF4-FFF2-40B4-BE49-F238E27FC236}">
                  <a16:creationId xmlns:a16="http://schemas.microsoft.com/office/drawing/2014/main" id="{A95623C8-E3C3-425E-B186-ADFF5B6702A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>
              <a:cxnSpLocks/>
            </p:cNvCxn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520128" y="-46937"/>
              <a:ext cx="0" cy="2773841"/>
            </a:xfrm>
            <a:prstGeom prst="line">
              <a:avLst/>
            </a:prstGeom>
            <a:ln w="25400" cmpd="sng">
              <a:solidFill>
                <a:schemeClr val="bg2">
                  <a:lumMod val="60000"/>
                  <a:lumOff val="40000"/>
                  <a:alpha val="50000"/>
                </a:schemeClr>
              </a:solidFill>
              <a:prstDash val="sysDot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val="419906040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ítulo 3">
            <a:extLst>
              <a:ext uri="{FF2B5EF4-FFF2-40B4-BE49-F238E27FC236}">
                <a16:creationId xmlns:a16="http://schemas.microsoft.com/office/drawing/2014/main" id="{87676B3B-AFAB-8ED0-2BB7-31ABFEE4E3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cmdline-tools component is missing</a:t>
            </a:r>
            <a:br>
              <a:rPr lang="en-US" sz="26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sketch line">
            <a:extLst>
              <a:ext uri="{FF2B5EF4-FFF2-40B4-BE49-F238E27FC236}">
                <a16:creationId xmlns:a16="http://schemas.microsoft.com/office/drawing/2014/main" id="{CD8B4F24-440B-49E9-B85D-733523DC06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560DEEE5-B959-E62B-A4CC-DE51631C17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No Android Studio abrir o SDK Manager e marcar a opção exibida na imagem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Aplicar a alteração para instalar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/>
              <a:t>Após finalizar executar o flutter doctor novamente</a:t>
            </a:r>
          </a:p>
        </p:txBody>
      </p:sp>
      <p:pic>
        <p:nvPicPr>
          <p:cNvPr id="8" name="Espaço Reservado para Conteúdo 7">
            <a:extLst>
              <a:ext uri="{FF2B5EF4-FFF2-40B4-BE49-F238E27FC236}">
                <a16:creationId xmlns:a16="http://schemas.microsoft.com/office/drawing/2014/main" id="{18773028-178F-251A-6ABD-7051E6282D6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935031"/>
            <a:ext cx="6903720" cy="49879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140575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2B97F24A-32CE-4C1C-A50D-3016B394DCF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841C6E5-87DF-1584-EB43-F3E63CC0C1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39520"/>
            <a:ext cx="3429000" cy="1719072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26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  <a:t>Some Android licenses not accepted</a:t>
            </a:r>
            <a:br>
              <a:rPr lang="en-US" sz="2600" b="0" kern="1200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rPr>
            </a:br>
            <a:endParaRPr lang="en-US" sz="26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3" name="sketch line">
            <a:extLst>
              <a:ext uri="{FF2B5EF4-FFF2-40B4-BE49-F238E27FC236}">
                <a16:creationId xmlns:a16="http://schemas.microsoft.com/office/drawing/2014/main" id="{6357EC4F-235E-4222-A36F-C7878ACE37F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278" y="2573756"/>
            <a:ext cx="3255095" cy="18288"/>
          </a:xfrm>
          <a:custGeom>
            <a:avLst/>
            <a:gdLst>
              <a:gd name="connsiteX0" fmla="*/ 0 w 3255095"/>
              <a:gd name="connsiteY0" fmla="*/ 0 h 18288"/>
              <a:gd name="connsiteX1" fmla="*/ 618468 w 3255095"/>
              <a:gd name="connsiteY1" fmla="*/ 0 h 18288"/>
              <a:gd name="connsiteX2" fmla="*/ 1269487 w 3255095"/>
              <a:gd name="connsiteY2" fmla="*/ 0 h 18288"/>
              <a:gd name="connsiteX3" fmla="*/ 1953057 w 3255095"/>
              <a:gd name="connsiteY3" fmla="*/ 0 h 18288"/>
              <a:gd name="connsiteX4" fmla="*/ 2636627 w 3255095"/>
              <a:gd name="connsiteY4" fmla="*/ 0 h 18288"/>
              <a:gd name="connsiteX5" fmla="*/ 3255095 w 3255095"/>
              <a:gd name="connsiteY5" fmla="*/ 0 h 18288"/>
              <a:gd name="connsiteX6" fmla="*/ 3255095 w 3255095"/>
              <a:gd name="connsiteY6" fmla="*/ 18288 h 18288"/>
              <a:gd name="connsiteX7" fmla="*/ 2538974 w 3255095"/>
              <a:gd name="connsiteY7" fmla="*/ 18288 h 18288"/>
              <a:gd name="connsiteX8" fmla="*/ 1822853 w 3255095"/>
              <a:gd name="connsiteY8" fmla="*/ 18288 h 18288"/>
              <a:gd name="connsiteX9" fmla="*/ 1171834 w 3255095"/>
              <a:gd name="connsiteY9" fmla="*/ 18288 h 18288"/>
              <a:gd name="connsiteX10" fmla="*/ 0 w 3255095"/>
              <a:gd name="connsiteY10" fmla="*/ 18288 h 18288"/>
              <a:gd name="connsiteX11" fmla="*/ 0 w 3255095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255095" h="18288" fill="none" extrusionOk="0">
                <a:moveTo>
                  <a:pt x="0" y="0"/>
                </a:moveTo>
                <a:cubicBezTo>
                  <a:pt x="240201" y="-22123"/>
                  <a:pt x="462021" y="-19623"/>
                  <a:pt x="618468" y="0"/>
                </a:cubicBezTo>
                <a:cubicBezTo>
                  <a:pt x="774915" y="19623"/>
                  <a:pt x="974734" y="2035"/>
                  <a:pt x="1269487" y="0"/>
                </a:cubicBezTo>
                <a:cubicBezTo>
                  <a:pt x="1564240" y="-2035"/>
                  <a:pt x="1733579" y="10639"/>
                  <a:pt x="1953057" y="0"/>
                </a:cubicBezTo>
                <a:cubicBezTo>
                  <a:pt x="2172535" y="-10639"/>
                  <a:pt x="2453962" y="14018"/>
                  <a:pt x="2636627" y="0"/>
                </a:cubicBezTo>
                <a:cubicBezTo>
                  <a:pt x="2819292" y="-14018"/>
                  <a:pt x="3121375" y="5399"/>
                  <a:pt x="3255095" y="0"/>
                </a:cubicBezTo>
                <a:cubicBezTo>
                  <a:pt x="3254386" y="8157"/>
                  <a:pt x="3254682" y="12125"/>
                  <a:pt x="3255095" y="18288"/>
                </a:cubicBezTo>
                <a:cubicBezTo>
                  <a:pt x="3088545" y="23203"/>
                  <a:pt x="2687475" y="7419"/>
                  <a:pt x="2538974" y="18288"/>
                </a:cubicBezTo>
                <a:cubicBezTo>
                  <a:pt x="2390473" y="29157"/>
                  <a:pt x="2137381" y="-8959"/>
                  <a:pt x="1822853" y="18288"/>
                </a:cubicBezTo>
                <a:cubicBezTo>
                  <a:pt x="1508325" y="45535"/>
                  <a:pt x="1466437" y="20385"/>
                  <a:pt x="1171834" y="18288"/>
                </a:cubicBezTo>
                <a:cubicBezTo>
                  <a:pt x="877231" y="16191"/>
                  <a:pt x="561097" y="37643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255095" h="18288" stroke="0" extrusionOk="0">
                <a:moveTo>
                  <a:pt x="0" y="0"/>
                </a:moveTo>
                <a:cubicBezTo>
                  <a:pt x="291965" y="19429"/>
                  <a:pt x="363155" y="8568"/>
                  <a:pt x="618468" y="0"/>
                </a:cubicBezTo>
                <a:cubicBezTo>
                  <a:pt x="873781" y="-8568"/>
                  <a:pt x="904459" y="-19505"/>
                  <a:pt x="1171834" y="0"/>
                </a:cubicBezTo>
                <a:cubicBezTo>
                  <a:pt x="1439209" y="19505"/>
                  <a:pt x="1744369" y="9790"/>
                  <a:pt x="1887955" y="0"/>
                </a:cubicBezTo>
                <a:cubicBezTo>
                  <a:pt x="2031541" y="-9790"/>
                  <a:pt x="2346378" y="21240"/>
                  <a:pt x="2506423" y="0"/>
                </a:cubicBezTo>
                <a:cubicBezTo>
                  <a:pt x="2666468" y="-21240"/>
                  <a:pt x="2990257" y="30414"/>
                  <a:pt x="3255095" y="0"/>
                </a:cubicBezTo>
                <a:cubicBezTo>
                  <a:pt x="3254831" y="4493"/>
                  <a:pt x="3255479" y="9472"/>
                  <a:pt x="3255095" y="18288"/>
                </a:cubicBezTo>
                <a:cubicBezTo>
                  <a:pt x="3120743" y="16690"/>
                  <a:pt x="2759628" y="42462"/>
                  <a:pt x="2604076" y="18288"/>
                </a:cubicBezTo>
                <a:cubicBezTo>
                  <a:pt x="2448524" y="-5886"/>
                  <a:pt x="2184336" y="19599"/>
                  <a:pt x="1887955" y="18288"/>
                </a:cubicBezTo>
                <a:cubicBezTo>
                  <a:pt x="1591574" y="16977"/>
                  <a:pt x="1548845" y="6870"/>
                  <a:pt x="1334589" y="18288"/>
                </a:cubicBezTo>
                <a:cubicBezTo>
                  <a:pt x="1120333" y="29706"/>
                  <a:pt x="996014" y="9662"/>
                  <a:pt x="683570" y="18288"/>
                </a:cubicBezTo>
                <a:cubicBezTo>
                  <a:pt x="371126" y="26914"/>
                  <a:pt x="198687" y="16167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3810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832042B1-3AA6-4779-1BEC-9E7BD89DDEA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936" y="2807208"/>
            <a:ext cx="3429000" cy="3410712"/>
          </a:xfrm>
        </p:spPr>
        <p:txBody>
          <a:bodyPr vert="horz" lIns="91440" tIns="45720" rIns="91440" bIns="45720" rtlCol="0" anchor="t">
            <a:normAutofit/>
          </a:bodyPr>
          <a:lstStyle/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Após</a:t>
            </a:r>
            <a:r>
              <a:rPr lang="en-US" sz="2200" dirty="0"/>
              <a:t> a nova </a:t>
            </a:r>
            <a:r>
              <a:rPr lang="en-US" sz="2200" dirty="0" err="1"/>
              <a:t>execução</a:t>
            </a:r>
            <a:r>
              <a:rPr lang="en-US" sz="2200" dirty="0"/>
              <a:t> é </a:t>
            </a:r>
            <a:r>
              <a:rPr lang="en-US" sz="2200" dirty="0" err="1"/>
              <a:t>necessário</a:t>
            </a:r>
            <a:r>
              <a:rPr lang="en-US" sz="2200" dirty="0"/>
              <a:t> </a:t>
            </a:r>
            <a:r>
              <a:rPr lang="en-US" sz="2200" dirty="0" err="1"/>
              <a:t>aceitar</a:t>
            </a:r>
            <a:r>
              <a:rPr lang="en-US" sz="2200" dirty="0"/>
              <a:t> as </a:t>
            </a:r>
            <a:r>
              <a:rPr lang="en-US" sz="2200" dirty="0" err="1"/>
              <a:t>licenças</a:t>
            </a:r>
            <a:r>
              <a:rPr lang="en-US" sz="2200" dirty="0"/>
              <a:t> do Android</a:t>
            </a:r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dirty="0" err="1"/>
              <a:t>Ir</a:t>
            </a:r>
            <a:r>
              <a:rPr lang="en-US" sz="2200" dirty="0"/>
              <a:t> para a pasta de </a:t>
            </a:r>
            <a:r>
              <a:rPr lang="en-US" sz="2200" dirty="0" err="1"/>
              <a:t>instalação</a:t>
            </a:r>
            <a:r>
              <a:rPr lang="en-US" sz="2200" dirty="0"/>
              <a:t> do Android e </a:t>
            </a:r>
            <a:r>
              <a:rPr lang="en-US" sz="2200" dirty="0" err="1"/>
              <a:t>executar</a:t>
            </a:r>
            <a:r>
              <a:rPr lang="en-US" sz="2200" dirty="0"/>
              <a:t> o </a:t>
            </a:r>
            <a:r>
              <a:rPr lang="en-US" sz="2200" dirty="0" err="1"/>
              <a:t>comando</a:t>
            </a:r>
            <a:endParaRPr lang="en-US" sz="2200" dirty="0"/>
          </a:p>
          <a:p>
            <a:pPr indent="-228600">
              <a:buFont typeface="Arial" panose="020B0604020202020204" pitchFamily="34" charset="0"/>
              <a:buChar char="•"/>
            </a:pPr>
            <a:r>
              <a:rPr lang="en-US" sz="2200" b="0" dirty="0">
                <a:effectLst/>
              </a:rPr>
              <a:t>flutter doctor --android-licenses</a:t>
            </a:r>
            <a:endParaRPr lang="en-US" sz="2200" dirty="0"/>
          </a:p>
        </p:txBody>
      </p:sp>
      <p:pic>
        <p:nvPicPr>
          <p:cNvPr id="6" name="Espaço Reservado para Conteúdo 5">
            <a:extLst>
              <a:ext uri="{FF2B5EF4-FFF2-40B4-BE49-F238E27FC236}">
                <a16:creationId xmlns:a16="http://schemas.microsoft.com/office/drawing/2014/main" id="{BF2EEBDC-45D7-112A-01DD-64AA1D29EF9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54296" y="1556367"/>
            <a:ext cx="6903720" cy="3745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95269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4" name="Rectangle 9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CC8268C8-DF58-E2BC-35D0-C4055250DD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654296" y="329184"/>
            <a:ext cx="6894576" cy="1783080"/>
          </a:xfrm>
        </p:spPr>
        <p:txBody>
          <a:bodyPr anchor="b">
            <a:normAutofit/>
          </a:bodyPr>
          <a:lstStyle/>
          <a:p>
            <a:r>
              <a:rPr lang="en-US" sz="5400"/>
              <a:t>Unable to determine bundled Java version.</a:t>
            </a:r>
            <a:endParaRPr lang="pt-BR" sz="5400"/>
          </a:p>
        </p:txBody>
      </p:sp>
      <p:pic>
        <p:nvPicPr>
          <p:cNvPr id="15" name="Picture 5" descr="Script de computador em uma tela">
            <a:extLst>
              <a:ext uri="{FF2B5EF4-FFF2-40B4-BE49-F238E27FC236}">
                <a16:creationId xmlns:a16="http://schemas.microsoft.com/office/drawing/2014/main" id="{E009E01E-6847-F42E-B951-EB9C063282A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0392" r="50164" b="-2"/>
          <a:stretch/>
        </p:blipFill>
        <p:spPr>
          <a:xfrm>
            <a:off x="20" y="1"/>
            <a:ext cx="4052522" cy="6858000"/>
          </a:xfrm>
          <a:custGeom>
            <a:avLst/>
            <a:gdLst/>
            <a:ahLst/>
            <a:cxnLst/>
            <a:rect l="l" t="t" r="r" b="b"/>
            <a:pathLst>
              <a:path w="4052542" h="6858000">
                <a:moveTo>
                  <a:pt x="0" y="0"/>
                </a:moveTo>
                <a:lnTo>
                  <a:pt x="4020923" y="0"/>
                </a:lnTo>
                <a:lnTo>
                  <a:pt x="4022656" y="14697"/>
                </a:lnTo>
                <a:cubicBezTo>
                  <a:pt x="4037606" y="98462"/>
                  <a:pt x="4035072" y="183369"/>
                  <a:pt x="4039126" y="267642"/>
                </a:cubicBezTo>
                <a:cubicBezTo>
                  <a:pt x="4043941" y="370699"/>
                  <a:pt x="4037860" y="474136"/>
                  <a:pt x="4035579" y="577446"/>
                </a:cubicBezTo>
                <a:cubicBezTo>
                  <a:pt x="4033805" y="665399"/>
                  <a:pt x="4025063" y="753226"/>
                  <a:pt x="4027724" y="841306"/>
                </a:cubicBezTo>
                <a:cubicBezTo>
                  <a:pt x="4027914" y="844352"/>
                  <a:pt x="4027914" y="847398"/>
                  <a:pt x="4027724" y="850444"/>
                </a:cubicBezTo>
                <a:cubicBezTo>
                  <a:pt x="4019615" y="947281"/>
                  <a:pt x="4019615" y="1044626"/>
                  <a:pt x="4027724" y="1141464"/>
                </a:cubicBezTo>
                <a:cubicBezTo>
                  <a:pt x="4030296" y="1181772"/>
                  <a:pt x="4029574" y="1222221"/>
                  <a:pt x="4025570" y="1262415"/>
                </a:cubicBezTo>
                <a:cubicBezTo>
                  <a:pt x="4021769" y="1313563"/>
                  <a:pt x="4009606" y="1365472"/>
                  <a:pt x="4018348" y="1416238"/>
                </a:cubicBezTo>
                <a:cubicBezTo>
                  <a:pt x="4024037" y="1458058"/>
                  <a:pt x="4027166" y="1500194"/>
                  <a:pt x="4027724" y="1542394"/>
                </a:cubicBezTo>
                <a:cubicBezTo>
                  <a:pt x="4032158" y="1636820"/>
                  <a:pt x="4027977" y="1731753"/>
                  <a:pt x="4026330" y="1826433"/>
                </a:cubicBezTo>
                <a:cubicBezTo>
                  <a:pt x="4024556" y="1936724"/>
                  <a:pt x="4027344" y="2047015"/>
                  <a:pt x="4018475" y="2157432"/>
                </a:cubicBezTo>
                <a:cubicBezTo>
                  <a:pt x="4013597" y="2246629"/>
                  <a:pt x="4013597" y="2336029"/>
                  <a:pt x="4018475" y="2425226"/>
                </a:cubicBezTo>
                <a:cubicBezTo>
                  <a:pt x="4020882" y="2506961"/>
                  <a:pt x="4033172" y="2587934"/>
                  <a:pt x="4031145" y="2670557"/>
                </a:cubicBezTo>
                <a:cubicBezTo>
                  <a:pt x="4028737" y="2766886"/>
                  <a:pt x="4017335" y="2862962"/>
                  <a:pt x="4020882" y="2959546"/>
                </a:cubicBezTo>
                <a:cubicBezTo>
                  <a:pt x="4022529" y="3005617"/>
                  <a:pt x="4022656" y="3051688"/>
                  <a:pt x="4023543" y="3097758"/>
                </a:cubicBezTo>
                <a:cubicBezTo>
                  <a:pt x="4024683" y="3153221"/>
                  <a:pt x="4034692" y="3208556"/>
                  <a:pt x="4029117" y="3263892"/>
                </a:cubicBezTo>
                <a:cubicBezTo>
                  <a:pt x="4019869" y="3356161"/>
                  <a:pt x="3995923" y="3446906"/>
                  <a:pt x="4010873" y="3541459"/>
                </a:cubicBezTo>
                <a:cubicBezTo>
                  <a:pt x="4019108" y="3593495"/>
                  <a:pt x="4028357" y="3645658"/>
                  <a:pt x="4033172" y="3698201"/>
                </a:cubicBezTo>
                <a:cubicBezTo>
                  <a:pt x="4037353" y="3745160"/>
                  <a:pt x="4047868" y="3792881"/>
                  <a:pt x="4039886" y="3839586"/>
                </a:cubicBezTo>
                <a:cubicBezTo>
                  <a:pt x="4033045" y="3879565"/>
                  <a:pt x="4036592" y="3919544"/>
                  <a:pt x="4031271" y="3959523"/>
                </a:cubicBezTo>
                <a:cubicBezTo>
                  <a:pt x="4024303" y="4011939"/>
                  <a:pt x="4020629" y="4065244"/>
                  <a:pt x="4015308" y="4118042"/>
                </a:cubicBezTo>
                <a:cubicBezTo>
                  <a:pt x="4010620" y="4165889"/>
                  <a:pt x="4006946" y="4213610"/>
                  <a:pt x="4019615" y="4258539"/>
                </a:cubicBezTo>
                <a:cubicBezTo>
                  <a:pt x="4050656" y="4371622"/>
                  <a:pt x="4033679" y="4484070"/>
                  <a:pt x="4022023" y="4596391"/>
                </a:cubicBezTo>
                <a:cubicBezTo>
                  <a:pt x="4016321" y="4650965"/>
                  <a:pt x="4007959" y="4708712"/>
                  <a:pt x="4020629" y="4758718"/>
                </a:cubicBezTo>
                <a:cubicBezTo>
                  <a:pt x="4043941" y="4847432"/>
                  <a:pt x="4025697" y="4931705"/>
                  <a:pt x="4015561" y="5016866"/>
                </a:cubicBezTo>
                <a:cubicBezTo>
                  <a:pt x="4003335" y="5100174"/>
                  <a:pt x="4005096" y="5184929"/>
                  <a:pt x="4020756" y="5267654"/>
                </a:cubicBezTo>
                <a:cubicBezTo>
                  <a:pt x="4033172" y="5326035"/>
                  <a:pt x="4033172" y="5385432"/>
                  <a:pt x="4034692" y="5444194"/>
                </a:cubicBezTo>
                <a:cubicBezTo>
                  <a:pt x="4035579" y="5481001"/>
                  <a:pt x="4022023" y="5518441"/>
                  <a:pt x="4013027" y="5555120"/>
                </a:cubicBezTo>
                <a:cubicBezTo>
                  <a:pt x="3996937" y="5621371"/>
                  <a:pt x="3991109" y="5688636"/>
                  <a:pt x="4013027" y="5753237"/>
                </a:cubicBezTo>
                <a:cubicBezTo>
                  <a:pt x="4043561" y="5842713"/>
                  <a:pt x="4061045" y="5932189"/>
                  <a:pt x="4048375" y="6026870"/>
                </a:cubicBezTo>
                <a:cubicBezTo>
                  <a:pt x="4041027" y="6085251"/>
                  <a:pt x="4039380" y="6144902"/>
                  <a:pt x="4028357" y="6202522"/>
                </a:cubicBezTo>
                <a:cubicBezTo>
                  <a:pt x="4010240" y="6298091"/>
                  <a:pt x="4016701" y="6393024"/>
                  <a:pt x="4031145" y="6487196"/>
                </a:cubicBezTo>
                <a:cubicBezTo>
                  <a:pt x="4041293" y="6565885"/>
                  <a:pt x="4042395" y="6645474"/>
                  <a:pt x="4034439" y="6724403"/>
                </a:cubicBezTo>
                <a:lnTo>
                  <a:pt x="4025206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6" name="sketchy line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54296" y="2395728"/>
            <a:ext cx="4243589" cy="18288"/>
          </a:xfrm>
          <a:custGeom>
            <a:avLst/>
            <a:gdLst>
              <a:gd name="connsiteX0" fmla="*/ 0 w 4243589"/>
              <a:gd name="connsiteY0" fmla="*/ 0 h 18288"/>
              <a:gd name="connsiteX1" fmla="*/ 478919 w 4243589"/>
              <a:gd name="connsiteY1" fmla="*/ 0 h 18288"/>
              <a:gd name="connsiteX2" fmla="*/ 957839 w 4243589"/>
              <a:gd name="connsiteY2" fmla="*/ 0 h 18288"/>
              <a:gd name="connsiteX3" fmla="*/ 1521630 w 4243589"/>
              <a:gd name="connsiteY3" fmla="*/ 0 h 18288"/>
              <a:gd name="connsiteX4" fmla="*/ 2212729 w 4243589"/>
              <a:gd name="connsiteY4" fmla="*/ 0 h 18288"/>
              <a:gd name="connsiteX5" fmla="*/ 2734084 w 4243589"/>
              <a:gd name="connsiteY5" fmla="*/ 0 h 18288"/>
              <a:gd name="connsiteX6" fmla="*/ 3255439 w 4243589"/>
              <a:gd name="connsiteY6" fmla="*/ 0 h 18288"/>
              <a:gd name="connsiteX7" fmla="*/ 4243589 w 4243589"/>
              <a:gd name="connsiteY7" fmla="*/ 0 h 18288"/>
              <a:gd name="connsiteX8" fmla="*/ 4243589 w 4243589"/>
              <a:gd name="connsiteY8" fmla="*/ 18288 h 18288"/>
              <a:gd name="connsiteX9" fmla="*/ 3594926 w 4243589"/>
              <a:gd name="connsiteY9" fmla="*/ 18288 h 18288"/>
              <a:gd name="connsiteX10" fmla="*/ 3073571 w 4243589"/>
              <a:gd name="connsiteY10" fmla="*/ 18288 h 18288"/>
              <a:gd name="connsiteX11" fmla="*/ 2552216 w 4243589"/>
              <a:gd name="connsiteY11" fmla="*/ 18288 h 18288"/>
              <a:gd name="connsiteX12" fmla="*/ 1903553 w 4243589"/>
              <a:gd name="connsiteY12" fmla="*/ 18288 h 18288"/>
              <a:gd name="connsiteX13" fmla="*/ 1212454 w 4243589"/>
              <a:gd name="connsiteY13" fmla="*/ 18288 h 18288"/>
              <a:gd name="connsiteX14" fmla="*/ 733535 w 4243589"/>
              <a:gd name="connsiteY14" fmla="*/ 18288 h 18288"/>
              <a:gd name="connsiteX15" fmla="*/ 0 w 4243589"/>
              <a:gd name="connsiteY15" fmla="*/ 18288 h 18288"/>
              <a:gd name="connsiteX16" fmla="*/ 0 w 4243589"/>
              <a:gd name="connsiteY16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C5176FB-2AA3-DEFE-8734-2ACAA0E6C53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654296" y="2706624"/>
            <a:ext cx="6894576" cy="3483864"/>
          </a:xfrm>
        </p:spPr>
        <p:txBody>
          <a:bodyPr>
            <a:normAutofit/>
          </a:bodyPr>
          <a:lstStyle/>
          <a:p>
            <a:r>
              <a:rPr lang="pt-BR" sz="2200"/>
              <a:t>Atualizar as variáveis de ambiente</a:t>
            </a:r>
          </a:p>
          <a:p>
            <a:r>
              <a:rPr lang="pt-BR" sz="2200"/>
              <a:t>Assegurar que o Android está configurado para usar o mesmo jdk</a:t>
            </a:r>
          </a:p>
        </p:txBody>
      </p:sp>
    </p:spTree>
    <p:extLst>
      <p:ext uri="{BB962C8B-B14F-4D97-AF65-F5344CB8AC3E}">
        <p14:creationId xmlns:p14="http://schemas.microsoft.com/office/powerpoint/2010/main" val="35755956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3A930249-8242-4E2B-AF17-C018264883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5BDD999-C5E1-4B3E-A710-7686738191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rgbClr val="000000"/>
              </a:solidFill>
            </a:endParaRPr>
          </a:p>
        </p:txBody>
      </p:sp>
      <p:pic>
        <p:nvPicPr>
          <p:cNvPr id="9" name="Picture 8" descr="Fórmulas matemáticas complexas em um quadro negro">
            <a:extLst>
              <a:ext uri="{FF2B5EF4-FFF2-40B4-BE49-F238E27FC236}">
                <a16:creationId xmlns:a16="http://schemas.microsoft.com/office/drawing/2014/main" id="{0F82C3A9-8E91-07C6-AEBE-14FF5EA511B9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60000"/>
          </a:blip>
          <a:srcRect t="18208" b="4737"/>
          <a:stretch/>
        </p:blipFill>
        <p:spPr>
          <a:xfrm>
            <a:off x="-1" y="10"/>
            <a:ext cx="12192001" cy="6857990"/>
          </a:xfrm>
          <a:prstGeom prst="rect">
            <a:avLst/>
          </a:prstGeom>
        </p:spPr>
      </p:pic>
      <p:sp>
        <p:nvSpPr>
          <p:cNvPr id="6" name="Título 5">
            <a:extLst>
              <a:ext uri="{FF2B5EF4-FFF2-40B4-BE49-F238E27FC236}">
                <a16:creationId xmlns:a16="http://schemas.microsoft.com/office/drawing/2014/main" id="{BC19D2FE-466F-3ADF-3AED-E9173BE1F9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98181" y="1122363"/>
            <a:ext cx="9795637" cy="2220775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 sz="5200" dirty="0" err="1">
                <a:solidFill>
                  <a:srgbClr val="FFFFFF"/>
                </a:solidFill>
              </a:rPr>
              <a:t>Configurar</a:t>
            </a:r>
            <a:r>
              <a:rPr lang="en-US" sz="5200" dirty="0">
                <a:solidFill>
                  <a:srgbClr val="FFFFFF"/>
                </a:solidFill>
              </a:rPr>
              <a:t> </a:t>
            </a:r>
            <a:r>
              <a:rPr lang="en-US" sz="5200" dirty="0" err="1">
                <a:solidFill>
                  <a:srgbClr val="FFFFFF"/>
                </a:solidFill>
              </a:rPr>
              <a:t>Variáveis</a:t>
            </a:r>
            <a:r>
              <a:rPr lang="en-US" sz="5200" dirty="0">
                <a:solidFill>
                  <a:srgbClr val="FFFFFF"/>
                </a:solidFill>
              </a:rPr>
              <a:t> de </a:t>
            </a:r>
            <a:r>
              <a:rPr lang="en-US" sz="5200" dirty="0" err="1">
                <a:solidFill>
                  <a:srgbClr val="FFFFFF"/>
                </a:solidFill>
              </a:rPr>
              <a:t>Ambiente</a:t>
            </a:r>
            <a:endParaRPr lang="en-US" sz="5200" dirty="0">
              <a:solidFill>
                <a:srgbClr val="FFFFFF"/>
              </a:solidFill>
            </a:endParaRPr>
          </a:p>
        </p:txBody>
      </p:sp>
      <p:sp>
        <p:nvSpPr>
          <p:cNvPr id="7" name="Espaço Reservado para Texto 6">
            <a:extLst>
              <a:ext uri="{FF2B5EF4-FFF2-40B4-BE49-F238E27FC236}">
                <a16:creationId xmlns:a16="http://schemas.microsoft.com/office/drawing/2014/main" id="{92070977-F546-4500-B513-4F95B4F04C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198181" y="3514853"/>
            <a:ext cx="9795637" cy="2057043"/>
          </a:xfrm>
        </p:spPr>
        <p:txBody>
          <a:bodyPr vert="horz" lIns="91440" tIns="45720" rIns="91440" bIns="45720" rtlCol="0">
            <a:normAutofit/>
          </a:bodyPr>
          <a:lstStyle/>
          <a:p>
            <a:pPr algn="ctr"/>
            <a:endParaRPr lang="en-US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779341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725EE-72F2-4099-AF97-305C2A70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6254496" cy="1828800"/>
          </a:xfrm>
        </p:spPr>
        <p:txBody>
          <a:bodyPr>
            <a:normAutofit/>
          </a:bodyPr>
          <a:lstStyle/>
          <a:p>
            <a:r>
              <a:rPr lang="en-US" dirty="0" err="1"/>
              <a:t>Configurar</a:t>
            </a:r>
            <a:r>
              <a:rPr lang="en-US" dirty="0"/>
              <a:t> </a:t>
            </a:r>
            <a:r>
              <a:rPr lang="en-US" dirty="0" err="1"/>
              <a:t>Váriaveis</a:t>
            </a:r>
            <a:r>
              <a:rPr lang="en-US" dirty="0"/>
              <a:t> de </a:t>
            </a:r>
            <a:r>
              <a:rPr lang="en-US" dirty="0" err="1"/>
              <a:t>ambiente</a:t>
            </a:r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5D65DD-9E50-46FE-ADE8-BABDBFEB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2576"/>
            <a:ext cx="6254496" cy="385876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dirty="0"/>
              <a:t>No Windows 10 </a:t>
            </a:r>
            <a:r>
              <a:rPr lang="en-US" sz="2400" dirty="0" err="1"/>
              <a:t>ou</a:t>
            </a:r>
            <a:r>
              <a:rPr lang="en-US" sz="2400" dirty="0"/>
              <a:t> 11</a:t>
            </a:r>
          </a:p>
          <a:p>
            <a:r>
              <a:rPr lang="en-US" sz="2400" dirty="0" err="1"/>
              <a:t>Selecionar</a:t>
            </a:r>
            <a:r>
              <a:rPr lang="en-US" sz="2400" dirty="0"/>
              <a:t> a </a:t>
            </a:r>
            <a:r>
              <a:rPr lang="en-US" sz="2400" dirty="0" err="1"/>
              <a:t>opção</a:t>
            </a:r>
            <a:r>
              <a:rPr lang="en-US" sz="2400" dirty="0"/>
              <a:t> System (Sistema)</a:t>
            </a:r>
          </a:p>
        </p:txBody>
      </p:sp>
      <p:pic>
        <p:nvPicPr>
          <p:cNvPr id="4" name="Espaço Reservado para Conteúdo 3">
            <a:extLst>
              <a:ext uri="{FF2B5EF4-FFF2-40B4-BE49-F238E27FC236}">
                <a16:creationId xmlns:a16="http://schemas.microsoft.com/office/drawing/2014/main" id="{672EEF8D-0C8F-4CE0-A42B-EF60A2F332E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11897" r="61944" b="3590"/>
          <a:stretch/>
        </p:blipFill>
        <p:spPr>
          <a:xfrm>
            <a:off x="7552266" y="815926"/>
            <a:ext cx="4639733" cy="57958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563049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725EE-72F2-4099-AF97-305C2A70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4446563" cy="18288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Configurar</a:t>
            </a:r>
            <a:r>
              <a:rPr lang="en-US" dirty="0"/>
              <a:t> </a:t>
            </a:r>
            <a:r>
              <a:rPr lang="en-US" dirty="0" err="1"/>
              <a:t>Váriaveis</a:t>
            </a:r>
            <a:r>
              <a:rPr lang="en-US" dirty="0"/>
              <a:t> de </a:t>
            </a:r>
            <a:r>
              <a:rPr lang="en-US" dirty="0" err="1"/>
              <a:t>ambiente</a:t>
            </a:r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5D65DD-9E50-46FE-ADE8-BABDBFEB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322576"/>
            <a:ext cx="4446563" cy="3858768"/>
          </a:xfrm>
        </p:spPr>
        <p:txBody>
          <a:bodyPr>
            <a:normAutofit lnSpcReduction="10000"/>
          </a:bodyPr>
          <a:lstStyle/>
          <a:p>
            <a:r>
              <a:rPr lang="en-US" sz="2400" dirty="0" err="1"/>
              <a:t>Selecionar</a:t>
            </a:r>
            <a:r>
              <a:rPr lang="en-US" sz="2400" dirty="0"/>
              <a:t> a </a:t>
            </a:r>
            <a:r>
              <a:rPr lang="en-US" sz="2400" dirty="0" err="1"/>
              <a:t>opção</a:t>
            </a:r>
            <a:r>
              <a:rPr lang="en-US" sz="2400" dirty="0"/>
              <a:t> </a:t>
            </a:r>
            <a:r>
              <a:rPr lang="en-US" sz="2400" dirty="0" err="1"/>
              <a:t>configurações</a:t>
            </a:r>
            <a:r>
              <a:rPr lang="en-US" sz="2400" dirty="0"/>
              <a:t> </a:t>
            </a:r>
            <a:r>
              <a:rPr lang="en-US" sz="2400" dirty="0" err="1"/>
              <a:t>Avançadas</a:t>
            </a:r>
            <a:r>
              <a:rPr lang="en-US" sz="2400" dirty="0"/>
              <a:t> (Advanced System Settings)</a:t>
            </a:r>
          </a:p>
          <a:p>
            <a:r>
              <a:rPr lang="en-US" sz="2400" dirty="0" err="1"/>
              <a:t>Em</a:t>
            </a:r>
            <a:r>
              <a:rPr lang="en-US" sz="2400" dirty="0"/>
              <a:t> </a:t>
            </a:r>
            <a:r>
              <a:rPr lang="en-US" sz="2400" dirty="0" err="1"/>
              <a:t>propriedades</a:t>
            </a:r>
            <a:r>
              <a:rPr lang="en-US" sz="2400" dirty="0"/>
              <a:t> de </a:t>
            </a:r>
            <a:r>
              <a:rPr lang="en-US" sz="2400" dirty="0" err="1"/>
              <a:t>Sistemas</a:t>
            </a:r>
            <a:r>
              <a:rPr lang="en-US" sz="2400" dirty="0"/>
              <a:t> (System Properties) </a:t>
            </a:r>
            <a:r>
              <a:rPr lang="en-US" sz="2400" dirty="0" err="1"/>
              <a:t>selecione</a:t>
            </a:r>
            <a:r>
              <a:rPr lang="en-US" sz="2400" dirty="0"/>
              <a:t> a </a:t>
            </a:r>
            <a:r>
              <a:rPr lang="en-US" sz="2400" dirty="0" err="1"/>
              <a:t>Guia</a:t>
            </a:r>
            <a:r>
              <a:rPr lang="en-US" sz="2400" dirty="0"/>
              <a:t> </a:t>
            </a:r>
            <a:r>
              <a:rPr lang="en-US" sz="2400" dirty="0" err="1"/>
              <a:t>Avançado</a:t>
            </a:r>
            <a:r>
              <a:rPr lang="en-US" sz="2400" dirty="0"/>
              <a:t> (Advanced)</a:t>
            </a:r>
          </a:p>
          <a:p>
            <a:r>
              <a:rPr lang="en-US" sz="2400" dirty="0" err="1"/>
              <a:t>Selecione</a:t>
            </a:r>
            <a:r>
              <a:rPr lang="en-US" sz="2400" dirty="0"/>
              <a:t> </a:t>
            </a:r>
            <a:r>
              <a:rPr lang="en-US" sz="2400" dirty="0" err="1"/>
              <a:t>Variáveis</a:t>
            </a:r>
            <a:r>
              <a:rPr lang="en-US" sz="2400" dirty="0"/>
              <a:t> de </a:t>
            </a:r>
            <a:r>
              <a:rPr lang="en-US" sz="2400" dirty="0" err="1"/>
              <a:t>Ambiente</a:t>
            </a:r>
            <a:r>
              <a:rPr lang="en-US" sz="2400" dirty="0"/>
              <a:t> (Environment Variables)</a:t>
            </a:r>
          </a:p>
          <a:p>
            <a:r>
              <a:rPr lang="en-US" sz="2400" dirty="0"/>
              <a:t>Alternativa: </a:t>
            </a:r>
            <a:r>
              <a:rPr lang="en-US" sz="2400" dirty="0" err="1"/>
              <a:t>na</a:t>
            </a:r>
            <a:r>
              <a:rPr lang="en-US" sz="2400" dirty="0"/>
              <a:t> </a:t>
            </a:r>
            <a:r>
              <a:rPr lang="en-US" sz="2400" dirty="0" err="1"/>
              <a:t>busca</a:t>
            </a:r>
            <a:r>
              <a:rPr lang="en-US" sz="2400" dirty="0"/>
              <a:t> do windows, </a:t>
            </a:r>
            <a:r>
              <a:rPr lang="en-US" sz="2400" dirty="0" err="1"/>
              <a:t>digitar</a:t>
            </a:r>
            <a:r>
              <a:rPr lang="en-US" sz="2400" dirty="0"/>
              <a:t> “</a:t>
            </a:r>
            <a:r>
              <a:rPr lang="en-US" sz="2400" dirty="0" err="1"/>
              <a:t>variáveis</a:t>
            </a:r>
            <a:r>
              <a:rPr lang="en-US" sz="2400" dirty="0"/>
              <a:t> de </a:t>
            </a:r>
            <a:r>
              <a:rPr lang="en-US" sz="2400" dirty="0" err="1"/>
              <a:t>ambiente</a:t>
            </a:r>
            <a:r>
              <a:rPr lang="en-US" sz="2400" dirty="0"/>
              <a:t>”  </a:t>
            </a:r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B78D5704-4564-4E3D-8157-FBA24CAA2CC2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6961" t="12083" r="26385" b="11572"/>
          <a:stretch/>
        </p:blipFill>
        <p:spPr>
          <a:xfrm>
            <a:off x="5284763" y="365125"/>
            <a:ext cx="6907237" cy="5233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6067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725EE-72F2-4099-AF97-305C2A70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3600"/>
              <a:t>Configurar Váriaveis de ambiente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5D65DD-9E50-46FE-ADE8-BABDBFEB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1"/>
            <a:ext cx="3667036" cy="3779520"/>
          </a:xfrm>
        </p:spPr>
        <p:txBody>
          <a:bodyPr>
            <a:normAutofit/>
          </a:bodyPr>
          <a:lstStyle/>
          <a:p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variáveis</a:t>
            </a:r>
            <a:r>
              <a:rPr lang="en-US" sz="1800" dirty="0"/>
              <a:t> do </a:t>
            </a:r>
            <a:r>
              <a:rPr lang="en-US" sz="1800" dirty="0" err="1"/>
              <a:t>sistema</a:t>
            </a:r>
            <a:r>
              <a:rPr lang="en-US" sz="1800" dirty="0"/>
              <a:t>  </a:t>
            </a:r>
            <a:r>
              <a:rPr lang="en-US" sz="1800" dirty="0" err="1"/>
              <a:t>Selecione</a:t>
            </a:r>
            <a:r>
              <a:rPr lang="en-US" sz="1800" dirty="0"/>
              <a:t> </a:t>
            </a:r>
            <a:r>
              <a:rPr lang="en-US" sz="1800" dirty="0" err="1"/>
              <a:t>caminho</a:t>
            </a:r>
            <a:r>
              <a:rPr lang="en-US" sz="1800" dirty="0"/>
              <a:t> (PATH)</a:t>
            </a:r>
          </a:p>
          <a:p>
            <a:r>
              <a:rPr lang="en-US" sz="1800" dirty="0" err="1"/>
              <a:t>Em</a:t>
            </a:r>
            <a:r>
              <a:rPr lang="en-US" sz="1800" dirty="0"/>
              <a:t> </a:t>
            </a:r>
            <a:r>
              <a:rPr lang="en-US" sz="1800" dirty="0" err="1"/>
              <a:t>seguida</a:t>
            </a:r>
            <a:r>
              <a:rPr lang="en-US" sz="1800" dirty="0"/>
              <a:t> </a:t>
            </a:r>
            <a:r>
              <a:rPr lang="en-US" sz="1800" dirty="0" err="1"/>
              <a:t>selecione</a:t>
            </a:r>
            <a:r>
              <a:rPr lang="en-US" sz="1800" dirty="0"/>
              <a:t> </a:t>
            </a:r>
            <a:r>
              <a:rPr lang="en-US" sz="1800" dirty="0" err="1"/>
              <a:t>Editar</a:t>
            </a:r>
            <a:r>
              <a:rPr lang="en-US" sz="1800" dirty="0"/>
              <a:t> (EDIT)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F2B38F72-8FC4-4001-8C67-FA6B86DE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2"/>
            <a:ext cx="7555992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8B9333-6DB0-4A0B-9332-DB1FE4E25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20" r="3" b="3397"/>
          <a:stretch/>
        </p:blipFill>
        <p:spPr>
          <a:xfrm>
            <a:off x="5276088" y="640082"/>
            <a:ext cx="6276250" cy="5577838"/>
          </a:xfrm>
          <a:prstGeom prst="rect">
            <a:avLst/>
          </a:prstGeom>
          <a:effectLst/>
        </p:spPr>
      </p:pic>
    </p:spTree>
    <p:extLst>
      <p:ext uri="{BB962C8B-B14F-4D97-AF65-F5344CB8AC3E}">
        <p14:creationId xmlns:p14="http://schemas.microsoft.com/office/powerpoint/2010/main" val="177976556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7725EE-72F2-4099-AF97-305C2A70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8929" y="629266"/>
            <a:ext cx="3667039" cy="1676603"/>
          </a:xfrm>
        </p:spPr>
        <p:txBody>
          <a:bodyPr>
            <a:normAutofit/>
          </a:bodyPr>
          <a:lstStyle/>
          <a:p>
            <a:r>
              <a:rPr lang="en-US" sz="3600"/>
              <a:t>Configurar Váriaveis de ambiente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5D65DD-9E50-46FE-ADE8-BABDBFEB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8931" y="2438401"/>
            <a:ext cx="3667036" cy="3779520"/>
          </a:xfrm>
        </p:spPr>
        <p:txBody>
          <a:bodyPr>
            <a:normAutofit/>
          </a:bodyPr>
          <a:lstStyle/>
          <a:p>
            <a:r>
              <a:rPr lang="en-US" sz="1800" dirty="0" err="1"/>
              <a:t>Selecione</a:t>
            </a:r>
            <a:r>
              <a:rPr lang="en-US" sz="1800" dirty="0"/>
              <a:t> a </a:t>
            </a:r>
            <a:r>
              <a:rPr lang="en-US" sz="1800" dirty="0" err="1"/>
              <a:t>Opção</a:t>
            </a:r>
            <a:r>
              <a:rPr lang="en-US" sz="1800" dirty="0"/>
              <a:t> Novo (New) </a:t>
            </a:r>
          </a:p>
          <a:p>
            <a:r>
              <a:rPr lang="en-US" sz="1800" dirty="0" err="1"/>
              <a:t>Inserir</a:t>
            </a:r>
            <a:r>
              <a:rPr lang="en-US" sz="1800" dirty="0"/>
              <a:t> o </a:t>
            </a:r>
            <a:r>
              <a:rPr lang="en-US" sz="1800" dirty="0" err="1"/>
              <a:t>diretório</a:t>
            </a:r>
            <a:r>
              <a:rPr lang="en-US" sz="1800" dirty="0"/>
              <a:t> da pasta bin </a:t>
            </a:r>
            <a:r>
              <a:rPr lang="en-US" sz="1800" dirty="0" err="1"/>
              <a:t>onde</a:t>
            </a:r>
            <a:r>
              <a:rPr lang="en-US" sz="1800" dirty="0"/>
              <a:t> </a:t>
            </a:r>
            <a:r>
              <a:rPr lang="en-US" sz="1800" dirty="0" err="1"/>
              <a:t>foi</a:t>
            </a:r>
            <a:r>
              <a:rPr lang="en-US" sz="1800" dirty="0"/>
              <a:t> </a:t>
            </a:r>
            <a:r>
              <a:rPr lang="en-US" sz="1800" dirty="0" err="1"/>
              <a:t>armazenado</a:t>
            </a:r>
            <a:r>
              <a:rPr lang="en-US" sz="1800" dirty="0"/>
              <a:t> o </a:t>
            </a:r>
            <a:r>
              <a:rPr lang="en-US" sz="1800"/>
              <a:t>JDK (C:\Program Files\OpenJDK\jdk-19.0.2\bin)</a:t>
            </a:r>
            <a:endParaRPr lang="en-US" sz="1800" dirty="0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F2B38F72-8FC4-4001-8C67-FA6B86DEC7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636008" y="2"/>
            <a:ext cx="7555992" cy="685799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64ACF52F-709A-7103-A662-8DC894DA8F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06510" y="779895"/>
            <a:ext cx="5020376" cy="4772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5595477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Rectangle 22">
            <a:extLst>
              <a:ext uri="{FF2B5EF4-FFF2-40B4-BE49-F238E27FC236}">
                <a16:creationId xmlns:a16="http://schemas.microsoft.com/office/drawing/2014/main" id="{5E52985E-2553-471E-82AA-5ED7A32989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ltGray">
          <a:xfrm>
            <a:off x="393308" y="352931"/>
            <a:ext cx="11438793" cy="1844256"/>
          </a:xfrm>
          <a:prstGeom prst="rect">
            <a:avLst/>
          </a:prstGeom>
          <a:solidFill>
            <a:schemeClr val="tx1">
              <a:lumMod val="75000"/>
              <a:lumOff val="25000"/>
            </a:schemeClr>
          </a:solidFill>
          <a:ln w="127000" cap="sq" cmpd="thinThick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47725EE-72F2-4099-AF97-305C2A70E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70" y="506727"/>
            <a:ext cx="3885141" cy="1526741"/>
          </a:xfrm>
        </p:spPr>
        <p:txBody>
          <a:bodyPr>
            <a:normAutofit/>
          </a:bodyPr>
          <a:lstStyle/>
          <a:p>
            <a:pPr algn="r"/>
            <a:r>
              <a:rPr lang="en-US" sz="3000">
                <a:solidFill>
                  <a:schemeClr val="bg1"/>
                </a:solidFill>
              </a:rPr>
              <a:t>Configurar Váriaveis de ambiente </a:t>
            </a:r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AE3ABC6-4042-4293-A7DF-F01181363B7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V="1">
            <a:off x="4739873" y="580963"/>
            <a:ext cx="0" cy="1371600"/>
          </a:xfrm>
          <a:prstGeom prst="line">
            <a:avLst/>
          </a:prstGeom>
          <a:ln w="19050">
            <a:solidFill>
              <a:schemeClr val="bg1">
                <a:alpha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165D65DD-9E50-46FE-ADE8-BABDBFEBA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45336" y="506727"/>
            <a:ext cx="6609921" cy="1526741"/>
          </a:xfrm>
        </p:spPr>
        <p:txBody>
          <a:bodyPr anchor="ctr">
            <a:normAutofit/>
          </a:bodyPr>
          <a:lstStyle/>
          <a:p>
            <a:r>
              <a:rPr lang="en-US" sz="2200" dirty="0" err="1">
                <a:solidFill>
                  <a:schemeClr val="bg1"/>
                </a:solidFill>
              </a:rPr>
              <a:t>Criar</a:t>
            </a:r>
            <a:r>
              <a:rPr lang="en-US" sz="2200" dirty="0">
                <a:solidFill>
                  <a:schemeClr val="bg1"/>
                </a:solidFill>
              </a:rPr>
              <a:t> uma nova </a:t>
            </a:r>
            <a:r>
              <a:rPr lang="en-US" sz="2200" dirty="0" err="1">
                <a:solidFill>
                  <a:schemeClr val="bg1"/>
                </a:solidFill>
              </a:rPr>
              <a:t>variável</a:t>
            </a:r>
            <a:r>
              <a:rPr lang="en-US" sz="2200" dirty="0">
                <a:solidFill>
                  <a:schemeClr val="bg1"/>
                </a:solidFill>
              </a:rPr>
              <a:t> de Sistema (</a:t>
            </a:r>
            <a:r>
              <a:rPr lang="pt-BR" sz="2200" dirty="0">
                <a:solidFill>
                  <a:schemeClr val="bg1"/>
                </a:solidFill>
              </a:rPr>
              <a:t>JAVA_HOME)</a:t>
            </a:r>
          </a:p>
          <a:p>
            <a:r>
              <a:rPr lang="pt-BR" sz="2200" dirty="0">
                <a:solidFill>
                  <a:schemeClr val="bg1"/>
                </a:solidFill>
              </a:rPr>
              <a:t>O valor da variável deve ser o mesmo diretório sem a pasta bin (</a:t>
            </a:r>
            <a:r>
              <a:rPr lang="en-US" sz="2200" dirty="0">
                <a:solidFill>
                  <a:schemeClr val="bg1"/>
                </a:solidFill>
              </a:rPr>
              <a:t>C:\Program Files (x86)\Java\jdk-13.0.2)</a:t>
            </a:r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8B9333-6DB0-4A0B-9332-DB1FE4E25581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720" r="3" b="3397"/>
          <a:stretch/>
        </p:blipFill>
        <p:spPr>
          <a:xfrm>
            <a:off x="521426" y="2602233"/>
            <a:ext cx="4218447" cy="374904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AD352C64-F815-9663-9105-8905E3A7B2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9949" y="3690831"/>
            <a:ext cx="6220693" cy="1571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565072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26E0BFB-CDF1-4990-8C11-AC849311E0A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A84F002-92EA-48D7-EA56-04DFCB7A589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5200"/>
          <a:stretch/>
        </p:blipFill>
        <p:spPr>
          <a:xfrm>
            <a:off x="-2" y="10"/>
            <a:ext cx="8668512" cy="6857990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6069A1F8-9BEB-4786-9694-FC48B2D75D2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788244" y="0"/>
            <a:ext cx="9403756" cy="6858000"/>
          </a:xfrm>
          <a:prstGeom prst="rect">
            <a:avLst/>
          </a:prstGeom>
          <a:gradFill>
            <a:gsLst>
              <a:gs pos="58000">
                <a:schemeClr val="tx1"/>
              </a:gs>
              <a:gs pos="30000">
                <a:schemeClr val="tx1">
                  <a:alpha val="64000"/>
                </a:schemeClr>
              </a:gs>
              <a:gs pos="0">
                <a:schemeClr val="tx1">
                  <a:alpha val="0"/>
                </a:schemeClr>
              </a:gs>
              <a:gs pos="100000">
                <a:schemeClr val="tx1"/>
              </a:gs>
            </a:gsLst>
            <a:lin ang="10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Título 4">
            <a:extLst>
              <a:ext uri="{FF2B5EF4-FFF2-40B4-BE49-F238E27FC236}">
                <a16:creationId xmlns:a16="http://schemas.microsoft.com/office/drawing/2014/main" id="{1A428024-02F5-5D2E-0904-9184200EFC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48600" y="1122363"/>
            <a:ext cx="4023360" cy="3204134"/>
          </a:xfr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z="4800" dirty="0" err="1">
                <a:solidFill>
                  <a:schemeClr val="bg1"/>
                </a:solidFill>
              </a:rPr>
              <a:t>Iniciar</a:t>
            </a:r>
            <a:r>
              <a:rPr lang="en-US" sz="4800" dirty="0">
                <a:solidFill>
                  <a:schemeClr val="bg1"/>
                </a:solidFill>
              </a:rPr>
              <a:t> Novo </a:t>
            </a:r>
            <a:r>
              <a:rPr lang="en-US" sz="4800" dirty="0" err="1">
                <a:solidFill>
                  <a:schemeClr val="bg1"/>
                </a:solidFill>
              </a:rPr>
              <a:t>Projeto</a:t>
            </a:r>
            <a:endParaRPr lang="en-US" sz="4800" dirty="0">
              <a:solidFill>
                <a:schemeClr val="bg1"/>
              </a:solidFill>
            </a:endParaRPr>
          </a:p>
        </p:txBody>
      </p:sp>
      <p:sp>
        <p:nvSpPr>
          <p:cNvPr id="6" name="Espaço Reservado para Texto 5">
            <a:extLst>
              <a:ext uri="{FF2B5EF4-FFF2-40B4-BE49-F238E27FC236}">
                <a16:creationId xmlns:a16="http://schemas.microsoft.com/office/drawing/2014/main" id="{C710C443-05CC-A8AD-1FB3-203FC3F52DC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7848600" y="4872922"/>
            <a:ext cx="4023360" cy="1208141"/>
          </a:xfrm>
        </p:spPr>
        <p:txBody>
          <a:bodyPr vert="horz" lIns="91440" tIns="45720" rIns="91440" bIns="45720" rtlCol="0">
            <a:normAutofit/>
          </a:bodyPr>
          <a:lstStyle/>
          <a:p>
            <a:r>
              <a:rPr lang="en-US" sz="2000" dirty="0" err="1">
                <a:solidFill>
                  <a:schemeClr val="bg1"/>
                </a:solidFill>
              </a:rPr>
              <a:t>Projeto</a:t>
            </a:r>
            <a:r>
              <a:rPr lang="en-US" sz="2000" dirty="0">
                <a:solidFill>
                  <a:schemeClr val="bg1"/>
                </a:solidFill>
              </a:rPr>
              <a:t> a </a:t>
            </a:r>
            <a:r>
              <a:rPr lang="en-US" sz="2000" dirty="0" err="1">
                <a:solidFill>
                  <a:schemeClr val="bg1"/>
                </a:solidFill>
              </a:rPr>
              <a:t>partir</a:t>
            </a:r>
            <a:r>
              <a:rPr lang="en-US" sz="2000" dirty="0">
                <a:solidFill>
                  <a:schemeClr val="bg1"/>
                </a:solidFill>
              </a:rPr>
              <a:t> do </a:t>
            </a:r>
            <a:r>
              <a:rPr lang="en-US" sz="2000" dirty="0" err="1">
                <a:solidFill>
                  <a:schemeClr val="bg1"/>
                </a:solidFill>
              </a:rPr>
              <a:t>modelo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AF2F604E-43BE-4DC3-B983-E071523364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130540" y="346791"/>
            <a:ext cx="146304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08C9B587-E65E-4B52-B37C-ABEBB6E8792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51648" y="4546920"/>
            <a:ext cx="4023360" cy="18288"/>
          </a:xfrm>
          <a:prstGeom prst="rect">
            <a:avLst/>
          </a:prstGeom>
          <a:solidFill>
            <a:schemeClr val="tx1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2238816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E804BF0-FC2D-D995-08D3-C2AB809C6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06A93398-2DF5-1729-FE8E-AB807ECBF98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  <p:pic>
        <p:nvPicPr>
          <p:cNvPr id="4" name="CriarProjetoFlutterTeste - Made with Clipchamp">
            <a:hlinkClick r:id="" action="ppaction://media"/>
            <a:extLst>
              <a:ext uri="{FF2B5EF4-FFF2-40B4-BE49-F238E27FC236}">
                <a16:creationId xmlns:a16="http://schemas.microsoft.com/office/drawing/2014/main" id="{CE2051DE-8CD1-10C3-74BB-1E3202F8272F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448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1368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4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4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4"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5D68C8-B6BB-8EA7-104A-763926AEE0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Executar </a:t>
            </a:r>
            <a:r>
              <a:rPr lang="pt-BR"/>
              <a:t>um projeto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F5720CFC-BC13-E7BD-0E84-DE98DE2C8F5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6419894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3569DB-5514-9838-38A0-BDA61B18B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98D194D-BB0B-06D7-412A-9B2487BA452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809392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AFFD6E-4D75-6045-B71E-950B0B9BF8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cs typeface="Calibri Light"/>
              </a:rPr>
              <a:t>referências</a:t>
            </a:r>
            <a:endParaRPr lang="en-US" dirty="0" err="1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1FEF7E-D049-E64F-4734-CBC91E54D9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+mn-lt"/>
                <a:cs typeface="+mn-lt"/>
                <a:hlinkClick r:id="rId2"/>
              </a:rPr>
              <a:t>https://hackernoon.com/why-flutter-uses-dart-dd635a054ebf</a:t>
            </a:r>
            <a:endParaRPr lang="en-US">
              <a:ea typeface="+mn-lt"/>
              <a:cs typeface="+mn-lt"/>
            </a:endParaRPr>
          </a:p>
          <a:p>
            <a:endParaRPr lang="en-US" dirty="0"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94812474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</a:themeOverride>
</file>

<file path=ppt/webextensions/_rels/taskpanes.xml.rels><?xml version="1.0" encoding="UTF-8" standalone="yes"?>
<Relationships xmlns="http://schemas.openxmlformats.org/package/2006/relationships"><Relationship Id="rId2" Type="http://schemas.microsoft.com/office/2011/relationships/webextension" Target="webextension2.xml"/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1">
    <wetp:webextensionref xmlns:r="http://schemas.openxmlformats.org/officeDocument/2006/relationships" r:id="rId1"/>
  </wetp:taskpane>
  <wetp:taskpane dockstate="right" visibility="0" width="350" row="2">
    <wetp:webextensionref xmlns:r="http://schemas.openxmlformats.org/officeDocument/2006/relationships" r:id="rId2"/>
  </wetp:taskpane>
</wetp:taskpanes>
</file>

<file path=ppt/webextensions/webextension1.xml><?xml version="1.0" encoding="utf-8"?>
<we:webextension xmlns:we="http://schemas.microsoft.com/office/webextensions/webextension/2010/11" id="{EB93004C-EBB4-432C-9DB3-95B34F58D822}">
  <we:reference id="wa200005566" version="3.0.0.1" store="pt-BR" storeType="OMEX"/>
  <we:alternateReferences>
    <we:reference id="wa200005566" version="3.0.0.1" store="wa200005566" storeType="OMEX"/>
  </we:alternateReferences>
  <we:properties/>
  <we:bindings/>
  <we:snapshot xmlns:r="http://schemas.openxmlformats.org/officeDocument/2006/relationships"/>
</we:webextension>
</file>

<file path=ppt/webextensions/webextension2.xml><?xml version="1.0" encoding="utf-8"?>
<we:webextension xmlns:we="http://schemas.microsoft.com/office/webextensions/webextension/2010/11" id="{2D0DDD01-1CEB-4505-9C54-B036E29CAFD1}">
  <we:reference id="wa200003964" version="1.0.0.0" store="en-US" storeType="OMEX"/>
  <we:alternateReferences>
    <we:reference id="WA200003964" version="1.0.0.0" store="" storeType="OMEX"/>
  </we:alternateReferences>
  <we:properties/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159</TotalTime>
  <Words>337</Words>
  <Application>Microsoft Office PowerPoint</Application>
  <PresentationFormat>Widescreen</PresentationFormat>
  <Paragraphs>41</Paragraphs>
  <Slides>31</Slides>
  <Notes>0</Notes>
  <HiddenSlides>0</HiddenSlides>
  <MMClips>2</MMClip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31</vt:i4>
      </vt:variant>
    </vt:vector>
  </HeadingPairs>
  <TitlesOfParts>
    <vt:vector size="33" baseType="lpstr">
      <vt:lpstr>Tema do Office</vt:lpstr>
      <vt:lpstr>Tema do Office</vt:lpstr>
      <vt:lpstr>Flutter</vt:lpstr>
      <vt:lpstr>PowerPoint Presentation</vt:lpstr>
      <vt:lpstr>O que é Flutter?</vt:lpstr>
      <vt:lpstr>PowerPoint Presentation</vt:lpstr>
      <vt:lpstr>Definição</vt:lpstr>
      <vt:lpstr>Flutter framework</vt:lpstr>
      <vt:lpstr>Estrutura de um app</vt:lpstr>
      <vt:lpstr>Widgets</vt:lpstr>
      <vt:lpstr>PowerPoint Presentation</vt:lpstr>
      <vt:lpstr>Instalação</vt:lpstr>
      <vt:lpstr>No vs Code vá até extensões </vt:lpstr>
      <vt:lpstr>Na barra de pesquisa busque Flutter </vt:lpstr>
      <vt:lpstr>Selecione a opção flutter com o símbolo de verificado e clique em instalar</vt:lpstr>
      <vt:lpstr>PowerPoint Presentation</vt:lpstr>
      <vt:lpstr>Executar o flutter doctor e instalar o SDK: View &gt; Command Palette…. Ou Ctrl / Cmd + Shift + P.</vt:lpstr>
      <vt:lpstr>Resolver os alertas</vt:lpstr>
      <vt:lpstr>Alertas</vt:lpstr>
      <vt:lpstr>cmdline-tools component is missing </vt:lpstr>
      <vt:lpstr>Some Android licenses not accepted </vt:lpstr>
      <vt:lpstr>Unable to determine bundled Java version.</vt:lpstr>
      <vt:lpstr>Configurar Variáveis de Ambiente</vt:lpstr>
      <vt:lpstr>Configurar Váriaveis de ambiente </vt:lpstr>
      <vt:lpstr>Configurar Váriaveis de ambiente </vt:lpstr>
      <vt:lpstr>Configurar Váriaveis de ambiente </vt:lpstr>
      <vt:lpstr>Configurar Váriaveis de ambiente </vt:lpstr>
      <vt:lpstr>Configurar Váriaveis de ambiente </vt:lpstr>
      <vt:lpstr>Iniciar Novo Projeto</vt:lpstr>
      <vt:lpstr>PowerPoint Presentation</vt:lpstr>
      <vt:lpstr>Executar um projeto</vt:lpstr>
      <vt:lpstr>PowerPoint Presentation</vt:lpstr>
      <vt:lpstr>referências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Flutter</dc:title>
  <dc:creator>ALINE FIRMINO BRITO</dc:creator>
  <cp:lastModifiedBy>ALINE FIRMINO BRITO</cp:lastModifiedBy>
  <cp:revision>167</cp:revision>
  <dcterms:created xsi:type="dcterms:W3CDTF">2024-01-04T22:43:29Z</dcterms:created>
  <dcterms:modified xsi:type="dcterms:W3CDTF">2024-01-08T16:44:45Z</dcterms:modified>
</cp:coreProperties>
</file>